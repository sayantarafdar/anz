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71" r:id="rId4"/>
  </p:sldMasterIdLst>
  <p:notesMasterIdLst>
    <p:notesMasterId r:id="rId13"/>
  </p:notesMasterIdLst>
  <p:handoutMasterIdLst>
    <p:handoutMasterId r:id="rId14"/>
  </p:handoutMasterIdLst>
  <p:sldIdLst>
    <p:sldId id="256" r:id="rId5"/>
    <p:sldId id="293" r:id="rId6"/>
    <p:sldId id="319" r:id="rId7"/>
    <p:sldId id="316" r:id="rId8"/>
    <p:sldId id="317" r:id="rId9"/>
    <p:sldId id="318" r:id="rId10"/>
    <p:sldId id="314" r:id="rId11"/>
    <p:sldId id="31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B6A34-8D4C-553F-C935-713D311AE3FD}" v="320" dt="2026-03-13T01:48:13.933"/>
    <p1510:client id="{2313F94F-D947-1381-B964-4D5E3BACD71D}" v="1034" dt="2026-03-13T01:58:19.252"/>
    <p1510:client id="{28B645E1-30AB-C560-FB44-164066EC1CEB}" v="405" dt="2026-03-12T22:51:25.965"/>
    <p1510:client id="{56D2E6F8-952C-E503-A3CB-4F865821361B}" v="102" dt="2026-03-12T09:26:48.678"/>
    <p1510:client id="{6F96AAE5-4799-5A44-E0CC-895A61A1ADBD}" v="269" dt="2026-03-12T23:36:38.135"/>
  </p1510:revLst>
</p1510:revInfo>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132FF3-00C3-45FE-8501-B8F9D16571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6D83E6F-356D-4DFE-9AA3-675AB04480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810618-3E38-4CD7-8875-0133B3A8EF5D}" type="datetimeFigureOut">
              <a:rPr lang="en-US" smtClean="0"/>
              <a:t>3/26/2026</a:t>
            </a:fld>
            <a:endParaRPr lang="en-US"/>
          </a:p>
        </p:txBody>
      </p:sp>
      <p:sp>
        <p:nvSpPr>
          <p:cNvPr id="4" name="Footer Placeholder 3">
            <a:extLst>
              <a:ext uri="{FF2B5EF4-FFF2-40B4-BE49-F238E27FC236}">
                <a16:creationId xmlns:a16="http://schemas.microsoft.com/office/drawing/2014/main" id="{76F9CB11-025B-45E9-A55D-3FB3C383EA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ED03088-6A83-46E0-9E61-CCAF7C2285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C23264-6C96-4D2A-B867-76FEADB59940}" type="slidenum">
              <a:rPr lang="en-US" smtClean="0"/>
              <a:t>‹#›</a:t>
            </a:fld>
            <a:endParaRPr lang="en-US"/>
          </a:p>
        </p:txBody>
      </p:sp>
    </p:spTree>
    <p:extLst>
      <p:ext uri="{BB962C8B-B14F-4D97-AF65-F5344CB8AC3E}">
        <p14:creationId xmlns:p14="http://schemas.microsoft.com/office/powerpoint/2010/main" val="8443535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FA7AE-61BF-43B4-B36F-68C449FF1070}"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5C81A1-5F9C-4C15-B6E5-49FBACAD249D}" type="slidenum">
              <a:rPr lang="en-US" smtClean="0"/>
              <a:t>‹#›</a:t>
            </a:fld>
            <a:endParaRPr lang="en-US"/>
          </a:p>
        </p:txBody>
      </p:sp>
    </p:spTree>
    <p:extLst>
      <p:ext uri="{BB962C8B-B14F-4D97-AF65-F5344CB8AC3E}">
        <p14:creationId xmlns:p14="http://schemas.microsoft.com/office/powerpoint/2010/main" val="3897367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D03AC3AA-9C47-4E0B-BAC0-E8DEA4AD5A4E}" type="slidenum">
              <a:rPr lang="en-US" smtClean="0"/>
              <a:t>2</a:t>
            </a:fld>
            <a:endParaRPr lang="en-US"/>
          </a:p>
        </p:txBody>
      </p:sp>
    </p:spTree>
    <p:extLst>
      <p:ext uri="{BB962C8B-B14F-4D97-AF65-F5344CB8AC3E}">
        <p14:creationId xmlns:p14="http://schemas.microsoft.com/office/powerpoint/2010/main" val="3920437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70FF1-7354-5F6A-E327-CCD9E59B0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9FB09-943D-9B24-D700-BE5EF2AE8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9CBF6-BB93-6FC7-1BC2-8AB069981D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06E18983-650B-F408-99C3-C8A7A1F57CAE}"/>
              </a:ext>
            </a:extLst>
          </p:cNvPr>
          <p:cNvSpPr>
            <a:spLocks noGrp="1"/>
          </p:cNvSpPr>
          <p:nvPr>
            <p:ph type="sldNum" sz="quarter" idx="5"/>
          </p:nvPr>
        </p:nvSpPr>
        <p:spPr/>
        <p:txBody>
          <a:bodyPr/>
          <a:lstStyle/>
          <a:p>
            <a:fld id="{D03AC3AA-9C47-4E0B-BAC0-E8DEA4AD5A4E}" type="slidenum">
              <a:rPr lang="en-US" smtClean="0"/>
              <a:t>3</a:t>
            </a:fld>
            <a:endParaRPr lang="en-US"/>
          </a:p>
        </p:txBody>
      </p:sp>
    </p:spTree>
    <p:extLst>
      <p:ext uri="{BB962C8B-B14F-4D97-AF65-F5344CB8AC3E}">
        <p14:creationId xmlns:p14="http://schemas.microsoft.com/office/powerpoint/2010/main" val="3514096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08A4-D20C-5E3B-4E77-046B29FF4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82E9F-37A9-F24A-18ED-1267F3AE6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F0801-6E62-0B76-121D-86B18B1556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71064B46-5CF9-582B-5610-F3BBED66C2E7}"/>
              </a:ext>
            </a:extLst>
          </p:cNvPr>
          <p:cNvSpPr>
            <a:spLocks noGrp="1"/>
          </p:cNvSpPr>
          <p:nvPr>
            <p:ph type="sldNum" sz="quarter" idx="5"/>
          </p:nvPr>
        </p:nvSpPr>
        <p:spPr/>
        <p:txBody>
          <a:bodyPr/>
          <a:lstStyle/>
          <a:p>
            <a:fld id="{D03AC3AA-9C47-4E0B-BAC0-E8DEA4AD5A4E}" type="slidenum">
              <a:rPr lang="en-US" smtClean="0"/>
              <a:t>4</a:t>
            </a:fld>
            <a:endParaRPr lang="en-US"/>
          </a:p>
        </p:txBody>
      </p:sp>
    </p:spTree>
    <p:extLst>
      <p:ext uri="{BB962C8B-B14F-4D97-AF65-F5344CB8AC3E}">
        <p14:creationId xmlns:p14="http://schemas.microsoft.com/office/powerpoint/2010/main" val="3527390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EE97-6323-3150-3985-AE46BC7F3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D774D-1572-DCA2-AAF8-CF2B023A31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8314C-B41D-E819-4B88-918B1B4D8F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C3C76C7-5B1B-6E9D-A45E-DA5CFB73F64B}"/>
              </a:ext>
            </a:extLst>
          </p:cNvPr>
          <p:cNvSpPr>
            <a:spLocks noGrp="1"/>
          </p:cNvSpPr>
          <p:nvPr>
            <p:ph type="sldNum" sz="quarter" idx="5"/>
          </p:nvPr>
        </p:nvSpPr>
        <p:spPr/>
        <p:txBody>
          <a:bodyPr/>
          <a:lstStyle/>
          <a:p>
            <a:fld id="{D03AC3AA-9C47-4E0B-BAC0-E8DEA4AD5A4E}" type="slidenum">
              <a:rPr lang="en-US" smtClean="0"/>
              <a:t>5</a:t>
            </a:fld>
            <a:endParaRPr lang="en-US"/>
          </a:p>
        </p:txBody>
      </p:sp>
    </p:spTree>
    <p:extLst>
      <p:ext uri="{BB962C8B-B14F-4D97-AF65-F5344CB8AC3E}">
        <p14:creationId xmlns:p14="http://schemas.microsoft.com/office/powerpoint/2010/main" val="2323511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6E21-F373-B866-8085-ED5C3C584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D80EA-582C-8AFB-25C0-FD4C82462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D7F812-E79F-B5A1-54D7-AE1076B0BD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ECCED75B-08CE-D2D5-7B41-BCAC3BA827D5}"/>
              </a:ext>
            </a:extLst>
          </p:cNvPr>
          <p:cNvSpPr>
            <a:spLocks noGrp="1"/>
          </p:cNvSpPr>
          <p:nvPr>
            <p:ph type="sldNum" sz="quarter" idx="5"/>
          </p:nvPr>
        </p:nvSpPr>
        <p:spPr/>
        <p:txBody>
          <a:bodyPr/>
          <a:lstStyle/>
          <a:p>
            <a:fld id="{D03AC3AA-9C47-4E0B-BAC0-E8DEA4AD5A4E}" type="slidenum">
              <a:rPr lang="en-US" smtClean="0"/>
              <a:t>6</a:t>
            </a:fld>
            <a:endParaRPr lang="en-US"/>
          </a:p>
        </p:txBody>
      </p:sp>
    </p:spTree>
    <p:extLst>
      <p:ext uri="{BB962C8B-B14F-4D97-AF65-F5344CB8AC3E}">
        <p14:creationId xmlns:p14="http://schemas.microsoft.com/office/powerpoint/2010/main" val="532235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3/26/2026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612330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3/26/2026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457983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3/26/2026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4055286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3/26/2026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891729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3/26/2026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964335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3/26/2026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198971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3/26/2026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4129566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3/26/2026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454632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3/26/2026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474541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3/26/2026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2999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3/26/2026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049179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grpSp>
        <p:nvGrpSpPr>
          <p:cNvPr id="20" name="Bottom Right">
            <a:extLst>
              <a:ext uri="{FF2B5EF4-FFF2-40B4-BE49-F238E27FC236}">
                <a16:creationId xmlns:a16="http://schemas.microsoft.com/office/drawing/2014/main" id="{0CBC73C8-CC60-49A5-BC76-BA8E43BB8489}"/>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grpSp>
          <p:nvGrpSpPr>
            <p:cNvPr id="24" name="Graphic 157">
              <a:extLst>
                <a:ext uri="{FF2B5EF4-FFF2-40B4-BE49-F238E27FC236}">
                  <a16:creationId xmlns:a16="http://schemas.microsoft.com/office/drawing/2014/main" id="{A2B94463-7088-4D2A-B55D-9C55F957066A}"/>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6" name="Freeform: Shape 25">
                <a:extLst>
                  <a:ext uri="{FF2B5EF4-FFF2-40B4-BE49-F238E27FC236}">
                    <a16:creationId xmlns:a16="http://schemas.microsoft.com/office/drawing/2014/main" id="{5785D7F3-06BB-480E-A58D-A8E0EB87C4D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208AE46A-A447-444D-9163-96E61EC4876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41997203-3E59-4097-B832-06B249C67618}"/>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B5D4D033-43E9-4776-9E25-97767380D8CC}"/>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FE52F424-D385-43AD-AE40-3D9501923110}"/>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5E32ABCD-6C91-4A5F-BB61-8B3C026C9080}"/>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6ABE3A6-D624-4D18-A43B-D87C67481123}"/>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5" name="Freeform: Shape 24">
              <a:extLst>
                <a:ext uri="{FF2B5EF4-FFF2-40B4-BE49-F238E27FC236}">
                  <a16:creationId xmlns:a16="http://schemas.microsoft.com/office/drawing/2014/main" id="{DF2787DC-EEA3-46C0-9CD4-1AB906DB4B08}"/>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9" name="Picture Placeholder 38">
            <a:extLst>
              <a:ext uri="{FF2B5EF4-FFF2-40B4-BE49-F238E27FC236}">
                <a16:creationId xmlns:a16="http://schemas.microsoft.com/office/drawing/2014/main" id="{167AAA19-C621-4D54-B748-5A06F4417CA5}"/>
              </a:ext>
            </a:extLst>
          </p:cNvPr>
          <p:cNvSpPr>
            <a:spLocks noGrp="1"/>
          </p:cNvSpPr>
          <p:nvPr>
            <p:ph type="pic" sz="quarter" idx="13" hasCustomPrompt="1"/>
          </p:nvPr>
        </p:nvSpPr>
        <p:spPr>
          <a:xfrm>
            <a:off x="619841" y="3003970"/>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sz="2000"/>
            </a:lvl1pPr>
          </a:lstStyle>
          <a:p>
            <a:r>
              <a:rPr lang="en-US"/>
              <a:t>Insert photo here</a:t>
            </a:r>
          </a:p>
        </p:txBody>
      </p:sp>
      <p:grpSp>
        <p:nvGrpSpPr>
          <p:cNvPr id="9" name="Top Right">
            <a:extLst>
              <a:ext uri="{FF2B5EF4-FFF2-40B4-BE49-F238E27FC236}">
                <a16:creationId xmlns:a16="http://schemas.microsoft.com/office/drawing/2014/main" id="{3E5EBBCF-761D-49AA-8960-D06A3484B9D0}"/>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10" name="Freeform: Shape 9">
              <a:extLst>
                <a:ext uri="{FF2B5EF4-FFF2-40B4-BE49-F238E27FC236}">
                  <a16:creationId xmlns:a16="http://schemas.microsoft.com/office/drawing/2014/main" id="{60F7E5D2-CFBA-4149-A9B1-32047212E57C}"/>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1" name="Freeform: Shape 10">
              <a:extLst>
                <a:ext uri="{FF2B5EF4-FFF2-40B4-BE49-F238E27FC236}">
                  <a16:creationId xmlns:a16="http://schemas.microsoft.com/office/drawing/2014/main" id="{48B55E1C-675E-425D-8EDF-AEA4D6B3475B}"/>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2" name="Freeform: Shape 11">
              <a:extLst>
                <a:ext uri="{FF2B5EF4-FFF2-40B4-BE49-F238E27FC236}">
                  <a16:creationId xmlns:a16="http://schemas.microsoft.com/office/drawing/2014/main" id="{8FCA9AA7-FBFD-40D2-BF04-E2E0B1BD63FC}"/>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6C09EC90-AF39-4D10-9018-0FFB283B91F4}"/>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CF263181-1CB8-4DF1-94C2-E217E733B56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031408EA-002C-4A55-8451-03A0FCEC52B1}"/>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23E51D71-EB7F-46DD-AE4A-E64644F646AC}"/>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401E4470-A9CC-4FE2-9249-F71E89C4FB28}"/>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18" name="Title 1">
            <a:extLst>
              <a:ext uri="{FF2B5EF4-FFF2-40B4-BE49-F238E27FC236}">
                <a16:creationId xmlns:a16="http://schemas.microsoft.com/office/drawing/2014/main" id="{6653DE96-35D3-4AA3-B11A-A5882CC7A472}"/>
              </a:ext>
            </a:extLst>
          </p:cNvPr>
          <p:cNvSpPr>
            <a:spLocks noGrp="1"/>
          </p:cNvSpPr>
          <p:nvPr>
            <p:ph type="ctrTitle"/>
          </p:nvPr>
        </p:nvSpPr>
        <p:spPr>
          <a:xfrm>
            <a:off x="996275" y="570602"/>
            <a:ext cx="5996619" cy="2226076"/>
          </a:xfrm>
          <a:prstGeom prst="rect">
            <a:avLst/>
          </a:prstGeom>
        </p:spPr>
        <p:txBody>
          <a:bodyPr anchor="ctr">
            <a:noAutofit/>
          </a:bodyPr>
          <a:lstStyle>
            <a:lvl1pPr>
              <a:defRPr baseline="0"/>
            </a:lvl1pPr>
          </a:lstStyle>
          <a:p>
            <a:pPr algn="l"/>
            <a:endParaRPr lang="en-US" sz="5400">
              <a:cs typeface="Posterama" panose="020B0504020200020000" pitchFamily="34" charset="0"/>
            </a:endParaRPr>
          </a:p>
        </p:txBody>
      </p:sp>
      <p:sp>
        <p:nvSpPr>
          <p:cNvPr id="19" name="Subtitle 2">
            <a:extLst>
              <a:ext uri="{FF2B5EF4-FFF2-40B4-BE49-F238E27FC236}">
                <a16:creationId xmlns:a16="http://schemas.microsoft.com/office/drawing/2014/main" id="{E1C011E4-9F9C-45C6-9C1F-7A9F3721C266}"/>
              </a:ext>
            </a:extLst>
          </p:cNvPr>
          <p:cNvSpPr>
            <a:spLocks noGrp="1"/>
          </p:cNvSpPr>
          <p:nvPr>
            <p:ph type="subTitle" idx="1"/>
          </p:nvPr>
        </p:nvSpPr>
        <p:spPr>
          <a:xfrm>
            <a:off x="7813040" y="1597426"/>
            <a:ext cx="3370134" cy="441403"/>
          </a:xfrm>
          <a:prstGeom prst="rect">
            <a:avLst/>
          </a:prstGeom>
        </p:spPr>
        <p:txBody>
          <a:bodyPr anchor="ctr">
            <a:noAutofit/>
          </a:bodyPr>
          <a:lstStyle>
            <a:lvl1pPr marL="0" indent="0">
              <a:buNone/>
              <a:defRPr sz="2400"/>
            </a:lvl1pPr>
          </a:lstStyle>
          <a:p>
            <a:pPr algn="l">
              <a:lnSpc>
                <a:spcPct val="110000"/>
              </a:lnSpc>
            </a:pPr>
            <a:endParaRPr lang="en-US" sz="2200">
              <a:cs typeface="Segoe UI Semilight" panose="020B0402040204020203" pitchFamily="34" charset="0"/>
            </a:endParaRPr>
          </a:p>
        </p:txBody>
      </p:sp>
      <p:grpSp>
        <p:nvGrpSpPr>
          <p:cNvPr id="21" name="Cross">
            <a:extLst>
              <a:ext uri="{FF2B5EF4-FFF2-40B4-BE49-F238E27FC236}">
                <a16:creationId xmlns:a16="http://schemas.microsoft.com/office/drawing/2014/main" id="{51E372DC-98EB-4EBC-9D4C-A21D11837AE0}"/>
              </a:ext>
              <a:ext uri="{C183D7F6-B498-43B3-948B-1728B52AA6E4}">
                <adec:decorative xmlns:adec="http://schemas.microsoft.com/office/drawing/2017/decorative" val="1"/>
              </a:ext>
            </a:extLst>
          </p:cNvPr>
          <p:cNvGrpSpPr/>
          <p:nvPr userDrawn="1"/>
        </p:nvGrpSpPr>
        <p:grpSpPr>
          <a:xfrm>
            <a:off x="762000" y="6150811"/>
            <a:ext cx="118872" cy="118872"/>
            <a:chOff x="1175347" y="3733800"/>
            <a:chExt cx="118872" cy="118872"/>
          </a:xfrm>
        </p:grpSpPr>
        <p:cxnSp>
          <p:nvCxnSpPr>
            <p:cNvPr id="22" name="Straight Connector 21">
              <a:extLst>
                <a:ext uri="{FF2B5EF4-FFF2-40B4-BE49-F238E27FC236}">
                  <a16:creationId xmlns:a16="http://schemas.microsoft.com/office/drawing/2014/main" id="{9173A0CF-667C-4499-98A9-03752E3C37AF}"/>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C5D99060-086B-40C6-A8B9-2768DB548A03}"/>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086511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grpSp>
        <p:nvGrpSpPr>
          <p:cNvPr id="25" name="Top left">
            <a:extLst>
              <a:ext uri="{FF2B5EF4-FFF2-40B4-BE49-F238E27FC236}">
                <a16:creationId xmlns:a16="http://schemas.microsoft.com/office/drawing/2014/main" id="{58A4F778-D8DF-42FD-B154-2F4B2C2028A1}"/>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26" name="Freeform: Shape 25">
              <a:extLst>
                <a:ext uri="{FF2B5EF4-FFF2-40B4-BE49-F238E27FC236}">
                  <a16:creationId xmlns:a16="http://schemas.microsoft.com/office/drawing/2014/main" id="{80793C3B-AAD0-4446-A423-B0EB8EE2AA62}"/>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27" name="Freeform: Shape 26">
              <a:extLst>
                <a:ext uri="{FF2B5EF4-FFF2-40B4-BE49-F238E27FC236}">
                  <a16:creationId xmlns:a16="http://schemas.microsoft.com/office/drawing/2014/main" id="{57344207-297F-4959-8A55-69CE467B3CBD}"/>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0479A031-8D8F-4167-9AC1-FF9067577187}"/>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2530E3E1-76BD-4378-9E7C-7302E4B84D71}"/>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D8C42F67-50FC-4C12-B07D-7FD30B62543B}"/>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C3AD1C10-DF74-4C65-AF7B-89386448D4EA}"/>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E2D9D2C3-0C72-4401-8548-E2CACA3C95C5}"/>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83142937-438B-42B5-8B58-B26BD92F1544}"/>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35" name="Freeform: Shape 34">
            <a:extLst>
              <a:ext uri="{FF2B5EF4-FFF2-40B4-BE49-F238E27FC236}">
                <a16:creationId xmlns:a16="http://schemas.microsoft.com/office/drawing/2014/main" id="{AE9F08BF-E500-4B58-9AA3-B4517E83CEF3}"/>
              </a:ext>
              <a:ext uri="{C183D7F6-B498-43B3-948B-1728B52AA6E4}">
                <adec:decorative xmlns:adec="http://schemas.microsoft.com/office/drawing/2017/decorative" val="1"/>
              </a:ext>
            </a:extLst>
          </p:cNvPr>
          <p:cNvSpPr/>
          <p:nvPr userDrawn="1"/>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40" name="Bottom Right">
            <a:extLst>
              <a:ext uri="{FF2B5EF4-FFF2-40B4-BE49-F238E27FC236}">
                <a16:creationId xmlns:a16="http://schemas.microsoft.com/office/drawing/2014/main" id="{6DE93ED8-FDE6-418E-A743-2B368C71F311}"/>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grpSp>
          <p:nvGrpSpPr>
            <p:cNvPr id="41" name="Graphic 157">
              <a:extLst>
                <a:ext uri="{FF2B5EF4-FFF2-40B4-BE49-F238E27FC236}">
                  <a16:creationId xmlns:a16="http://schemas.microsoft.com/office/drawing/2014/main" id="{25190812-FA8A-4CB5-85A8-5DDFF8C94BDF}"/>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48" name="Freeform: Shape 47">
                <a:extLst>
                  <a:ext uri="{FF2B5EF4-FFF2-40B4-BE49-F238E27FC236}">
                    <a16:creationId xmlns:a16="http://schemas.microsoft.com/office/drawing/2014/main" id="{71F1284C-D9B2-48EC-BDCE-6CF4C076ECB9}"/>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DFDF02DB-02A4-4942-BD34-3F4903DA12A6}"/>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739432B6-8074-4F72-BB48-F48015CAE048}"/>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A017DF18-3257-471E-AFD3-39EB68FE2DF2}"/>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2" name="Freeform: Shape 51">
                <a:extLst>
                  <a:ext uri="{FF2B5EF4-FFF2-40B4-BE49-F238E27FC236}">
                    <a16:creationId xmlns:a16="http://schemas.microsoft.com/office/drawing/2014/main" id="{A7360442-04D2-49F1-BBE1-ED7C5CA0FF1A}"/>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3" name="Freeform: Shape 52">
                <a:extLst>
                  <a:ext uri="{FF2B5EF4-FFF2-40B4-BE49-F238E27FC236}">
                    <a16:creationId xmlns:a16="http://schemas.microsoft.com/office/drawing/2014/main" id="{8937ECC2-1561-4705-919F-243AFFCE8437}"/>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4" name="Freeform: Shape 53">
                <a:extLst>
                  <a:ext uri="{FF2B5EF4-FFF2-40B4-BE49-F238E27FC236}">
                    <a16:creationId xmlns:a16="http://schemas.microsoft.com/office/drawing/2014/main" id="{7AF7D52A-2FC7-4627-955A-6CB0E5E7ABFD}"/>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47" name="Freeform: Shape 46">
              <a:extLst>
                <a:ext uri="{FF2B5EF4-FFF2-40B4-BE49-F238E27FC236}">
                  <a16:creationId xmlns:a16="http://schemas.microsoft.com/office/drawing/2014/main" id="{B3C81E55-0711-4E01-975D-4649E53C8661}"/>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3" name="Title 1">
            <a:extLst>
              <a:ext uri="{FF2B5EF4-FFF2-40B4-BE49-F238E27FC236}">
                <a16:creationId xmlns:a16="http://schemas.microsoft.com/office/drawing/2014/main" id="{8782B20B-E447-47CC-93DB-B076EACC775D}"/>
              </a:ext>
            </a:extLst>
          </p:cNvPr>
          <p:cNvSpPr>
            <a:spLocks noGrp="1"/>
          </p:cNvSpPr>
          <p:nvPr>
            <p:ph type="title"/>
          </p:nvPr>
        </p:nvSpPr>
        <p:spPr>
          <a:xfrm>
            <a:off x="1198182" y="559813"/>
            <a:ext cx="5605358" cy="1664573"/>
          </a:xfrm>
          <a:prstGeom prst="rect">
            <a:avLst/>
          </a:prstGeom>
        </p:spPr>
        <p:txBody>
          <a:bodyPr/>
          <a:lstStyle/>
          <a:p>
            <a:pPr>
              <a:lnSpc>
                <a:spcPct val="100000"/>
              </a:lnSpc>
            </a:pPr>
            <a:endParaRPr lang="en-US"/>
          </a:p>
        </p:txBody>
      </p:sp>
      <p:sp>
        <p:nvSpPr>
          <p:cNvPr id="65" name="Text Placeholder 37">
            <a:extLst>
              <a:ext uri="{FF2B5EF4-FFF2-40B4-BE49-F238E27FC236}">
                <a16:creationId xmlns:a16="http://schemas.microsoft.com/office/drawing/2014/main" id="{D5185B59-89FE-4275-B159-E5FEA474B469}"/>
              </a:ext>
            </a:extLst>
          </p:cNvPr>
          <p:cNvSpPr>
            <a:spLocks noGrp="1"/>
          </p:cNvSpPr>
          <p:nvPr>
            <p:ph type="body" sz="quarter" idx="16" hasCustomPrompt="1"/>
          </p:nvPr>
        </p:nvSpPr>
        <p:spPr>
          <a:xfrm>
            <a:off x="1195452" y="2384474"/>
            <a:ext cx="5608088" cy="3785763"/>
          </a:xfrm>
          <a:prstGeom prst="rect">
            <a:avLst/>
          </a:prstGeom>
        </p:spPr>
        <p:txBody>
          <a:bodyPr/>
          <a:lstStyle>
            <a:lvl1pPr marL="457200" indent="-457200">
              <a:lnSpc>
                <a:spcPct val="100000"/>
              </a:lnSpc>
              <a:buFont typeface="Avenir Next LT Pro" panose="020B0504020202020204" pitchFamily="34" charset="0"/>
              <a:buChar char="+"/>
              <a:defRPr/>
            </a:lvl1pPr>
          </a:lstStyle>
          <a:p>
            <a:pPr lvl="0"/>
            <a:r>
              <a:rPr lang="en-US"/>
              <a:t>Click to add text</a:t>
            </a:r>
          </a:p>
        </p:txBody>
      </p:sp>
      <p:sp>
        <p:nvSpPr>
          <p:cNvPr id="61" name="Picture Placeholder 2">
            <a:extLst>
              <a:ext uri="{FF2B5EF4-FFF2-40B4-BE49-F238E27FC236}">
                <a16:creationId xmlns:a16="http://schemas.microsoft.com/office/drawing/2014/main" id="{9079FD8C-6441-4214-93DC-E9E3BB415897}"/>
              </a:ext>
            </a:extLst>
          </p:cNvPr>
          <p:cNvSpPr>
            <a:spLocks noGrp="1"/>
          </p:cNvSpPr>
          <p:nvPr>
            <p:ph type="pic" sz="quarter" idx="13" hasCustomPrompt="1"/>
          </p:nvPr>
        </p:nvSpPr>
        <p:spPr>
          <a:xfrm>
            <a:off x="7172325" y="558800"/>
            <a:ext cx="4818063" cy="2779713"/>
          </a:xfrm>
          <a:prstGeom prst="rect">
            <a:avLst/>
          </a:prstGeom>
        </p:spPr>
        <p:txBody>
          <a:bodyPr/>
          <a:lstStyle>
            <a:lvl1pPr marL="0" indent="0" algn="ctr">
              <a:buNone/>
              <a:defRPr sz="2000"/>
            </a:lvl1pPr>
          </a:lstStyle>
          <a:p>
            <a:r>
              <a:rPr lang="en-US"/>
              <a:t>Insert photo here</a:t>
            </a:r>
          </a:p>
        </p:txBody>
      </p:sp>
      <p:sp>
        <p:nvSpPr>
          <p:cNvPr id="62" name="Picture Placeholder 59">
            <a:extLst>
              <a:ext uri="{FF2B5EF4-FFF2-40B4-BE49-F238E27FC236}">
                <a16:creationId xmlns:a16="http://schemas.microsoft.com/office/drawing/2014/main" id="{8BDEDA7F-304A-4A6E-8DB7-B842B551B24F}"/>
              </a:ext>
            </a:extLst>
          </p:cNvPr>
          <p:cNvSpPr>
            <a:spLocks noGrp="1"/>
          </p:cNvSpPr>
          <p:nvPr>
            <p:ph type="pic" sz="quarter" idx="15" hasCustomPrompt="1"/>
          </p:nvPr>
        </p:nvSpPr>
        <p:spPr>
          <a:xfrm>
            <a:off x="7169150" y="3503613"/>
            <a:ext cx="4818063" cy="2666624"/>
          </a:xfrm>
          <a:prstGeom prst="rect">
            <a:avLst/>
          </a:prstGeom>
        </p:spPr>
        <p:txBody>
          <a:bodyPr/>
          <a:lstStyle>
            <a:lvl1pPr marL="0" indent="0" algn="ctr">
              <a:buNone/>
              <a:defRPr sz="2000"/>
            </a:lvl1pPr>
          </a:lstStyle>
          <a:p>
            <a:r>
              <a:rPr lang="en-US"/>
              <a:t>Insert photo here</a:t>
            </a:r>
          </a:p>
        </p:txBody>
      </p:sp>
      <p:sp>
        <p:nvSpPr>
          <p:cNvPr id="57" name="Date Placeholder 8">
            <a:extLst>
              <a:ext uri="{FF2B5EF4-FFF2-40B4-BE49-F238E27FC236}">
                <a16:creationId xmlns:a16="http://schemas.microsoft.com/office/drawing/2014/main" id="{786FFFB1-44AF-407C-A246-5AC9C17D34E2}"/>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58" name="Footer Placeholder 9">
            <a:extLst>
              <a:ext uri="{FF2B5EF4-FFF2-40B4-BE49-F238E27FC236}">
                <a16:creationId xmlns:a16="http://schemas.microsoft.com/office/drawing/2014/main" id="{556011BF-48D6-437C-A8D4-087E1EB7BBEE}"/>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59" name="Slide Number Placeholder 10">
            <a:extLst>
              <a:ext uri="{FF2B5EF4-FFF2-40B4-BE49-F238E27FC236}">
                <a16:creationId xmlns:a16="http://schemas.microsoft.com/office/drawing/2014/main" id="{975D7D2C-6BE7-4A0B-B546-9C9CE46F8AC4}"/>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974748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2"/>
        </a:solidFill>
        <a:effectLst/>
      </p:bgPr>
    </p:bg>
    <p:spTree>
      <p:nvGrpSpPr>
        <p:cNvPr id="1" name=""/>
        <p:cNvGrpSpPr/>
        <p:nvPr/>
      </p:nvGrpSpPr>
      <p:grpSpPr>
        <a:xfrm>
          <a:off x="0" y="0"/>
          <a:ext cx="0" cy="0"/>
          <a:chOff x="0" y="0"/>
          <a:chExt cx="0" cy="0"/>
        </a:xfrm>
      </p:grpSpPr>
      <p:grpSp>
        <p:nvGrpSpPr>
          <p:cNvPr id="17" name="Bottom Right">
            <a:extLst>
              <a:ext uri="{FF2B5EF4-FFF2-40B4-BE49-F238E27FC236}">
                <a16:creationId xmlns:a16="http://schemas.microsoft.com/office/drawing/2014/main" id="{E111E959-AE2E-40A4-98AD-7D52A1959D08}"/>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grpSp>
          <p:nvGrpSpPr>
            <p:cNvPr id="18" name="Graphic 157">
              <a:extLst>
                <a:ext uri="{FF2B5EF4-FFF2-40B4-BE49-F238E27FC236}">
                  <a16:creationId xmlns:a16="http://schemas.microsoft.com/office/drawing/2014/main" id="{0908BA80-B05F-4958-9382-A0D94102441D}"/>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0" name="Freeform: Shape 19">
                <a:extLst>
                  <a:ext uri="{FF2B5EF4-FFF2-40B4-BE49-F238E27FC236}">
                    <a16:creationId xmlns:a16="http://schemas.microsoft.com/office/drawing/2014/main" id="{75B7426F-B5A6-48C2-AA98-B1B4903DB48A}"/>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46088CEA-297B-452F-B8C9-4FE4B30AD863}"/>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00A58A3D-F03E-45B2-B6F2-3B23998696AD}"/>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74551D63-42D8-4E16-B803-BCDF887E3BA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D32D482B-70A4-4367-9129-156A4E10BA2D}"/>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403B5FA3-C7DC-40A8-903C-5CEB2D9F39F9}"/>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C18C48C9-D302-4DF3-9905-1C77DADBB06D}"/>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9" name="Freeform: Shape 18">
              <a:extLst>
                <a:ext uri="{FF2B5EF4-FFF2-40B4-BE49-F238E27FC236}">
                  <a16:creationId xmlns:a16="http://schemas.microsoft.com/office/drawing/2014/main" id="{31D0B3BD-DDF6-4C74-88B5-F16A89D4159D}"/>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64" name="Top Left">
            <a:extLst>
              <a:ext uri="{FF2B5EF4-FFF2-40B4-BE49-F238E27FC236}">
                <a16:creationId xmlns:a16="http://schemas.microsoft.com/office/drawing/2014/main" id="{8087FF2B-AA37-46BB-98C5-51A0DBC1CD28}"/>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65" name="Freeform: Shape 64">
              <a:extLst>
                <a:ext uri="{FF2B5EF4-FFF2-40B4-BE49-F238E27FC236}">
                  <a16:creationId xmlns:a16="http://schemas.microsoft.com/office/drawing/2014/main" id="{C6EA10B1-B913-4692-AC3E-121374FD78FE}"/>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66" name="Freeform: Shape 65">
              <a:extLst>
                <a:ext uri="{FF2B5EF4-FFF2-40B4-BE49-F238E27FC236}">
                  <a16:creationId xmlns:a16="http://schemas.microsoft.com/office/drawing/2014/main" id="{72B1778E-37F1-4D06-A0C1-E121F48AB542}"/>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65F5AAFE-F598-42CC-8D85-36011CE9D145}"/>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6D3678A3-EBA1-461E-B7FE-B58776C95CD3}"/>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B8543F0A-65E2-4F14-975F-3AA8B5B17417}"/>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A6925965-04E0-4184-8AE3-0FFE4EF318F3}"/>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71" name="Freeform: Shape 70">
              <a:extLst>
                <a:ext uri="{FF2B5EF4-FFF2-40B4-BE49-F238E27FC236}">
                  <a16:creationId xmlns:a16="http://schemas.microsoft.com/office/drawing/2014/main" id="{C725961F-048D-4994-8055-83DE34C83663}"/>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72" name="Freeform: Shape 71">
              <a:extLst>
                <a:ext uri="{FF2B5EF4-FFF2-40B4-BE49-F238E27FC236}">
                  <a16:creationId xmlns:a16="http://schemas.microsoft.com/office/drawing/2014/main" id="{00656CFD-98C0-4307-A549-3341C5CFFB78}"/>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3" name="Title 2">
            <a:extLst>
              <a:ext uri="{FF2B5EF4-FFF2-40B4-BE49-F238E27FC236}">
                <a16:creationId xmlns:a16="http://schemas.microsoft.com/office/drawing/2014/main" id="{0E66F049-1B70-4977-BDD1-C26AD9880F65}"/>
              </a:ext>
            </a:extLst>
          </p:cNvPr>
          <p:cNvSpPr>
            <a:spLocks noGrp="1"/>
          </p:cNvSpPr>
          <p:nvPr>
            <p:ph type="title" hasCustomPrompt="1"/>
          </p:nvPr>
        </p:nvSpPr>
        <p:spPr>
          <a:xfrm>
            <a:off x="1075531" y="158840"/>
            <a:ext cx="4790032" cy="2779466"/>
          </a:xfrm>
          <a:prstGeom prst="rect">
            <a:avLst/>
          </a:prstGeom>
        </p:spPr>
        <p:txBody>
          <a:bodyPr anchor="ctr"/>
          <a:lstStyle>
            <a:lvl1pPr>
              <a:lnSpc>
                <a:spcPct val="120000"/>
              </a:lnSpc>
              <a:defRPr/>
            </a:lvl1pPr>
          </a:lstStyle>
          <a:p>
            <a:r>
              <a:rPr lang="en-US"/>
              <a:t>Click to add title</a:t>
            </a:r>
          </a:p>
        </p:txBody>
      </p:sp>
      <p:sp>
        <p:nvSpPr>
          <p:cNvPr id="99" name="Text Placeholder 97">
            <a:extLst>
              <a:ext uri="{FF2B5EF4-FFF2-40B4-BE49-F238E27FC236}">
                <a16:creationId xmlns:a16="http://schemas.microsoft.com/office/drawing/2014/main" id="{7018E2A7-B977-427A-AFCB-3A4836EB4DE1}"/>
              </a:ext>
            </a:extLst>
          </p:cNvPr>
          <p:cNvSpPr>
            <a:spLocks noGrp="1"/>
          </p:cNvSpPr>
          <p:nvPr>
            <p:ph type="body" sz="quarter" idx="15" hasCustomPrompt="1"/>
          </p:nvPr>
        </p:nvSpPr>
        <p:spPr>
          <a:xfrm>
            <a:off x="6064947" y="168275"/>
            <a:ext cx="4790032" cy="2632256"/>
          </a:xfrm>
          <a:prstGeom prst="rect">
            <a:avLst/>
          </a:prstGeom>
        </p:spPr>
        <p:txBody>
          <a:bodyPr anchor="ctr"/>
          <a:lstStyle>
            <a:lvl1pPr marL="0" indent="0">
              <a:lnSpc>
                <a:spcPct val="100000"/>
              </a:lnSpc>
              <a:buNone/>
              <a:defRPr sz="1800"/>
            </a:lvl1pPr>
          </a:lstStyle>
          <a:p>
            <a:pPr lvl="0"/>
            <a:r>
              <a:rPr lang="en-US"/>
              <a:t>Click to add text</a:t>
            </a:r>
          </a:p>
        </p:txBody>
      </p:sp>
      <p:sp>
        <p:nvSpPr>
          <p:cNvPr id="90" name="Picture Placeholder 86">
            <a:extLst>
              <a:ext uri="{FF2B5EF4-FFF2-40B4-BE49-F238E27FC236}">
                <a16:creationId xmlns:a16="http://schemas.microsoft.com/office/drawing/2014/main" id="{ED450ADD-E6EC-4121-B563-F50E064A4971}"/>
              </a:ext>
            </a:extLst>
          </p:cNvPr>
          <p:cNvSpPr>
            <a:spLocks noGrp="1"/>
          </p:cNvSpPr>
          <p:nvPr>
            <p:ph type="pic" sz="quarter" idx="10" hasCustomPrompt="1"/>
          </p:nvPr>
        </p:nvSpPr>
        <p:spPr>
          <a:xfrm>
            <a:off x="198741" y="2938306"/>
            <a:ext cx="11812017" cy="3915950"/>
          </a:xfrm>
          <a:prstGeom prst="rect">
            <a:avLst/>
          </a:prstGeom>
        </p:spPr>
        <p:txBody>
          <a:bodyPr/>
          <a:lstStyle>
            <a:lvl1pPr marL="0" indent="0" algn="ctr">
              <a:buNone/>
              <a:defRPr sz="2000"/>
            </a:lvl1pPr>
          </a:lstStyle>
          <a:p>
            <a:r>
              <a:rPr lang="en-US"/>
              <a:t>Insert photo here</a:t>
            </a:r>
          </a:p>
        </p:txBody>
      </p:sp>
      <p:sp>
        <p:nvSpPr>
          <p:cNvPr id="91" name="Date Placeholder 8">
            <a:extLst>
              <a:ext uri="{FF2B5EF4-FFF2-40B4-BE49-F238E27FC236}">
                <a16:creationId xmlns:a16="http://schemas.microsoft.com/office/drawing/2014/main" id="{9DDE65E2-ADF9-4ECD-93DA-3242E5FF3409}"/>
              </a:ext>
            </a:extLst>
          </p:cNvPr>
          <p:cNvSpPr>
            <a:spLocks noGrp="1"/>
          </p:cNvSpPr>
          <p:nvPr>
            <p:ph type="dt" sz="half" idx="11"/>
          </p:nvPr>
        </p:nvSpPr>
        <p:spPr>
          <a:xfrm>
            <a:off x="838200" y="6356350"/>
            <a:ext cx="2743200" cy="365125"/>
          </a:xfrm>
          <a:prstGeom prst="rect">
            <a:avLst/>
          </a:prstGeom>
        </p:spPr>
        <p:txBody>
          <a:bodyPr/>
          <a:lstStyle>
            <a:lvl1pPr>
              <a:defRPr sz="900" spc="200" baseline="0">
                <a:solidFill>
                  <a:schemeClr val="bg1"/>
                </a:solidFill>
                <a:effectLst>
                  <a:outerShdw blurRad="38100" dist="38100" dir="2700000" algn="tl">
                    <a:srgbClr val="000000">
                      <a:alpha val="43137"/>
                    </a:srgbClr>
                  </a:outerShdw>
                </a:effectLst>
              </a:defRPr>
            </a:lvl1pPr>
          </a:lstStyle>
          <a:p>
            <a:r>
              <a:rPr lang="en-US"/>
              <a:t>2/2/20XX</a:t>
            </a:r>
          </a:p>
        </p:txBody>
      </p:sp>
      <p:sp>
        <p:nvSpPr>
          <p:cNvPr id="92" name="Footer Placeholder 9">
            <a:extLst>
              <a:ext uri="{FF2B5EF4-FFF2-40B4-BE49-F238E27FC236}">
                <a16:creationId xmlns:a16="http://schemas.microsoft.com/office/drawing/2014/main" id="{5B7FAD18-E3EE-4498-AEAC-7217CE6DA768}"/>
              </a:ext>
            </a:extLst>
          </p:cNvPr>
          <p:cNvSpPr>
            <a:spLocks noGrp="1"/>
          </p:cNvSpPr>
          <p:nvPr>
            <p:ph type="ftr" sz="quarter" idx="12"/>
          </p:nvPr>
        </p:nvSpPr>
        <p:spPr>
          <a:xfrm>
            <a:off x="4038600" y="6356350"/>
            <a:ext cx="4114800" cy="365125"/>
          </a:xfrm>
          <a:prstGeom prst="rect">
            <a:avLst/>
          </a:prstGeom>
        </p:spPr>
        <p:txBody>
          <a:bodyPr/>
          <a:lstStyle>
            <a:lvl1pPr algn="ctr">
              <a:defRPr sz="900" spc="200" baseline="0">
                <a:solidFill>
                  <a:schemeClr val="bg1"/>
                </a:solidFill>
                <a:effectLst>
                  <a:outerShdw blurRad="38100" dist="38100" dir="2700000" algn="tl">
                    <a:srgbClr val="000000">
                      <a:alpha val="43137"/>
                    </a:srgbClr>
                  </a:outerShdw>
                </a:effectLst>
              </a:defRPr>
            </a:lvl1pPr>
          </a:lstStyle>
          <a:p>
            <a:r>
              <a:rPr lang="en-US"/>
              <a:t>PRESENTATION TITLE</a:t>
            </a:r>
          </a:p>
        </p:txBody>
      </p:sp>
      <p:sp>
        <p:nvSpPr>
          <p:cNvPr id="93" name="Slide Number Placeholder 10">
            <a:extLst>
              <a:ext uri="{FF2B5EF4-FFF2-40B4-BE49-F238E27FC236}">
                <a16:creationId xmlns:a16="http://schemas.microsoft.com/office/drawing/2014/main" id="{5894C940-55FC-4B08-99A8-DD2254FABCAD}"/>
              </a:ext>
            </a:extLst>
          </p:cNvPr>
          <p:cNvSpPr>
            <a:spLocks noGrp="1"/>
          </p:cNvSpPr>
          <p:nvPr>
            <p:ph type="sldNum" sz="quarter" idx="13"/>
          </p:nvPr>
        </p:nvSpPr>
        <p:spPr>
          <a:xfrm>
            <a:off x="9906000" y="6356350"/>
            <a:ext cx="1447800" cy="365125"/>
          </a:xfrm>
          <a:prstGeom prst="rect">
            <a:avLst/>
          </a:prstGeom>
        </p:spPr>
        <p:txBody>
          <a:bodyPr/>
          <a:lstStyle>
            <a:lvl1pPr algn="r">
              <a:defRPr sz="900" spc="200" baseline="0">
                <a:solidFill>
                  <a:schemeClr val="bg1"/>
                </a:solidFill>
                <a:effectLst>
                  <a:outerShdw blurRad="38100" dist="38100" dir="2700000" algn="tl">
                    <a:srgbClr val="000000">
                      <a:alpha val="43137"/>
                    </a:srgbClr>
                  </a:outerShdw>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7489381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bg2"/>
        </a:solidFill>
        <a:effectLst/>
      </p:bgPr>
    </p:bg>
    <p:spTree>
      <p:nvGrpSpPr>
        <p:cNvPr id="1" name=""/>
        <p:cNvGrpSpPr/>
        <p:nvPr/>
      </p:nvGrpSpPr>
      <p:grpSpPr>
        <a:xfrm>
          <a:off x="0" y="0"/>
          <a:ext cx="0" cy="0"/>
          <a:chOff x="0" y="0"/>
          <a:chExt cx="0" cy="0"/>
        </a:xfrm>
      </p:grpSpPr>
      <p:grpSp>
        <p:nvGrpSpPr>
          <p:cNvPr id="22" name="Bottom Right">
            <a:extLst>
              <a:ext uri="{FF2B5EF4-FFF2-40B4-BE49-F238E27FC236}">
                <a16:creationId xmlns:a16="http://schemas.microsoft.com/office/drawing/2014/main" id="{B023FEDE-FD35-413E-A6E6-2F36BD0D10BA}"/>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23" name="Graphic 157">
              <a:extLst>
                <a:ext uri="{FF2B5EF4-FFF2-40B4-BE49-F238E27FC236}">
                  <a16:creationId xmlns:a16="http://schemas.microsoft.com/office/drawing/2014/main" id="{F296456E-2618-4FC5-BBF1-98139316B9A8}"/>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25" name="Freeform: Shape 24">
                <a:extLst>
                  <a:ext uri="{FF2B5EF4-FFF2-40B4-BE49-F238E27FC236}">
                    <a16:creationId xmlns:a16="http://schemas.microsoft.com/office/drawing/2014/main" id="{7BF8EDC0-C078-4225-BC74-92C170331E38}"/>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Freeform: Shape 25">
                <a:extLst>
                  <a:ext uri="{FF2B5EF4-FFF2-40B4-BE49-F238E27FC236}">
                    <a16:creationId xmlns:a16="http://schemas.microsoft.com/office/drawing/2014/main" id="{CD11E24B-6171-4BA5-9124-771EEDEA4B01}"/>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Freeform: Shape 26">
                <a:extLst>
                  <a:ext uri="{FF2B5EF4-FFF2-40B4-BE49-F238E27FC236}">
                    <a16:creationId xmlns:a16="http://schemas.microsoft.com/office/drawing/2014/main" id="{C6B79974-93CA-440A-90D6-341091F806E7}"/>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DC593E8A-F480-4181-9BFA-78603CBA776D}"/>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73032549-12BB-4057-B2CF-E2C2F6B5ABE5}"/>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73798276-B98D-42F7-AF59-B30CDDB4C987}"/>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Freeform: Shape 36">
                <a:extLst>
                  <a:ext uri="{FF2B5EF4-FFF2-40B4-BE49-F238E27FC236}">
                    <a16:creationId xmlns:a16="http://schemas.microsoft.com/office/drawing/2014/main" id="{E548A05F-8BF4-489F-9169-CDD749ADB38E}"/>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4" name="Freeform: Shape 23">
              <a:extLst>
                <a:ext uri="{FF2B5EF4-FFF2-40B4-BE49-F238E27FC236}">
                  <a16:creationId xmlns:a16="http://schemas.microsoft.com/office/drawing/2014/main" id="{0987E2E0-CC03-4A51-9ADC-3A8F0F814601}"/>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4" name="Top left">
            <a:extLst>
              <a:ext uri="{FF2B5EF4-FFF2-40B4-BE49-F238E27FC236}">
                <a16:creationId xmlns:a16="http://schemas.microsoft.com/office/drawing/2014/main" id="{F971CDD8-150B-43CA-B0B4-453E99E546ED}"/>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83FB31C0-83A2-4CA9-9E10-759376BB8FA0}"/>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F7AD3F4D-9E8E-4CDB-8839-1190B87F504B}"/>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1C05B4CB-A75C-4E77-9C9C-E85054415485}"/>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E6F2C58A-0001-4403-961A-8D72894A87EB}"/>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A9666267-BD43-43DF-B0BB-96735BF82B20}"/>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B7B6C40E-1E26-456A-98BF-FD02DE25BBBF}"/>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9E9DD0F3-80C9-4BAD-BE68-DF9B78B367FC}"/>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1D374254-F113-4FB1-A938-2CBE5B375587}"/>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3" name="Title 1">
            <a:extLst>
              <a:ext uri="{FF2B5EF4-FFF2-40B4-BE49-F238E27FC236}">
                <a16:creationId xmlns:a16="http://schemas.microsoft.com/office/drawing/2014/main" id="{2C91688C-CA2F-423F-87BC-5CF5F4A66AD4}"/>
              </a:ext>
            </a:extLst>
          </p:cNvPr>
          <p:cNvSpPr>
            <a:spLocks noGrp="1"/>
          </p:cNvSpPr>
          <p:nvPr>
            <p:ph type="ctrTitle"/>
          </p:nvPr>
        </p:nvSpPr>
        <p:spPr>
          <a:xfrm>
            <a:off x="1005653" y="744909"/>
            <a:ext cx="5581561" cy="3155419"/>
          </a:xfrm>
          <a:prstGeom prst="rect">
            <a:avLst/>
          </a:prstGeom>
        </p:spPr>
        <p:txBody>
          <a:bodyPr anchor="b">
            <a:normAutofit/>
          </a:bodyPr>
          <a:lstStyle/>
          <a:p>
            <a:pPr algn="l"/>
            <a:endParaRPr lang="en-US" sz="5400">
              <a:cs typeface="Posterama" panose="020B0504020200020000" pitchFamily="34" charset="0"/>
            </a:endParaRPr>
          </a:p>
        </p:txBody>
      </p:sp>
      <p:grpSp>
        <p:nvGrpSpPr>
          <p:cNvPr id="28" name="Cross">
            <a:extLst>
              <a:ext uri="{FF2B5EF4-FFF2-40B4-BE49-F238E27FC236}">
                <a16:creationId xmlns:a16="http://schemas.microsoft.com/office/drawing/2014/main" id="{DE90EA9D-D33A-4461-8A51-988087AEC6AA}"/>
              </a:ext>
              <a:ext uri="{C183D7F6-B498-43B3-948B-1728B52AA6E4}">
                <adec:decorative xmlns:adec="http://schemas.microsoft.com/office/drawing/2017/decorative" val="1"/>
              </a:ext>
            </a:extLst>
          </p:cNvPr>
          <p:cNvGrpSpPr/>
          <p:nvPr userDrawn="1"/>
        </p:nvGrpSpPr>
        <p:grpSpPr>
          <a:xfrm>
            <a:off x="7948013" y="3330979"/>
            <a:ext cx="118872" cy="118872"/>
            <a:chOff x="1175347" y="3733800"/>
            <a:chExt cx="118872" cy="118872"/>
          </a:xfrm>
        </p:grpSpPr>
        <p:cxnSp>
          <p:nvCxnSpPr>
            <p:cNvPr id="29" name="Straight Connector 28">
              <a:extLst>
                <a:ext uri="{FF2B5EF4-FFF2-40B4-BE49-F238E27FC236}">
                  <a16:creationId xmlns:a16="http://schemas.microsoft.com/office/drawing/2014/main" id="{F7119486-F5DF-4CAA-A71E-2861F2CBECF7}"/>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30" name="Straight Connector 29">
              <a:extLst>
                <a:ext uri="{FF2B5EF4-FFF2-40B4-BE49-F238E27FC236}">
                  <a16:creationId xmlns:a16="http://schemas.microsoft.com/office/drawing/2014/main" id="{2C858657-F484-4466-8AFB-7FAD2E65B72F}"/>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
        <p:nvSpPr>
          <p:cNvPr id="39" name="Text Placeholder 37">
            <a:extLst>
              <a:ext uri="{FF2B5EF4-FFF2-40B4-BE49-F238E27FC236}">
                <a16:creationId xmlns:a16="http://schemas.microsoft.com/office/drawing/2014/main" id="{98D12C8B-CC26-42CF-A68C-CF06CCA79DB0}"/>
              </a:ext>
            </a:extLst>
          </p:cNvPr>
          <p:cNvSpPr>
            <a:spLocks noGrp="1"/>
          </p:cNvSpPr>
          <p:nvPr>
            <p:ph type="body" sz="quarter" idx="13" hasCustomPrompt="1"/>
          </p:nvPr>
        </p:nvSpPr>
        <p:spPr>
          <a:xfrm>
            <a:off x="1012825" y="4075113"/>
            <a:ext cx="5581650" cy="2054225"/>
          </a:xfrm>
          <a:prstGeom prst="rect">
            <a:avLst/>
          </a:prstGeom>
        </p:spPr>
        <p:txBody>
          <a:bodyPr/>
          <a:lstStyle>
            <a:lvl1pPr marL="0" indent="0">
              <a:buNone/>
              <a:defRPr/>
            </a:lvl1pPr>
          </a:lstStyle>
          <a:p>
            <a:pPr lvl="0"/>
            <a:r>
              <a:rPr lang="en-US"/>
              <a:t>Click to add subtitle</a:t>
            </a:r>
          </a:p>
        </p:txBody>
      </p:sp>
      <p:sp>
        <p:nvSpPr>
          <p:cNvPr id="42" name="Picture Placeholder 41">
            <a:extLst>
              <a:ext uri="{FF2B5EF4-FFF2-40B4-BE49-F238E27FC236}">
                <a16:creationId xmlns:a16="http://schemas.microsoft.com/office/drawing/2014/main" id="{E3C5E9AD-97DA-438E-9830-992F9CA586B4}"/>
              </a:ext>
            </a:extLst>
          </p:cNvPr>
          <p:cNvSpPr>
            <a:spLocks noGrp="1"/>
          </p:cNvSpPr>
          <p:nvPr>
            <p:ph type="pic" sz="quarter" idx="14" hasCustomPrompt="1"/>
          </p:nvPr>
        </p:nvSpPr>
        <p:spPr>
          <a:xfrm>
            <a:off x="6632018" y="920426"/>
            <a:ext cx="2478719" cy="4957437"/>
          </a:xfrm>
          <a:custGeom>
            <a:avLst/>
            <a:gdLst>
              <a:gd name="connsiteX0" fmla="*/ 2478719 w 2478719"/>
              <a:gd name="connsiteY0" fmla="*/ 0 h 4957437"/>
              <a:gd name="connsiteX1" fmla="*/ 2478719 w 2478719"/>
              <a:gd name="connsiteY1" fmla="*/ 4957437 h 4957437"/>
              <a:gd name="connsiteX2" fmla="*/ 0 w 2478719"/>
              <a:gd name="connsiteY2" fmla="*/ 2478719 h 4957437"/>
              <a:gd name="connsiteX3" fmla="*/ 2478719 w 2478719"/>
              <a:gd name="connsiteY3" fmla="*/ 0 h 4957437"/>
            </a:gdLst>
            <a:ahLst/>
            <a:cxnLst>
              <a:cxn ang="0">
                <a:pos x="connsiteX0" y="connsiteY0"/>
              </a:cxn>
              <a:cxn ang="0">
                <a:pos x="connsiteX1" y="connsiteY1"/>
              </a:cxn>
              <a:cxn ang="0">
                <a:pos x="connsiteX2" y="connsiteY2"/>
              </a:cxn>
              <a:cxn ang="0">
                <a:pos x="connsiteX3" y="connsiteY3"/>
              </a:cxn>
            </a:cxnLst>
            <a:rect l="l" t="t" r="r" b="b"/>
            <a:pathLst>
              <a:path w="2478719" h="4957437">
                <a:moveTo>
                  <a:pt x="2478719" y="0"/>
                </a:moveTo>
                <a:lnTo>
                  <a:pt x="2478719" y="4957437"/>
                </a:lnTo>
                <a:cubicBezTo>
                  <a:pt x="1109777" y="4957437"/>
                  <a:pt x="0" y="3847661"/>
                  <a:pt x="0" y="2478719"/>
                </a:cubicBezTo>
                <a:cubicBezTo>
                  <a:pt x="0" y="1109777"/>
                  <a:pt x="1109777" y="0"/>
                  <a:pt x="2478719" y="0"/>
                </a:cubicBezTo>
                <a:close/>
              </a:path>
            </a:pathLst>
          </a:custGeom>
        </p:spPr>
        <p:txBody>
          <a:bodyPr wrap="square" anchor="ctr">
            <a:noAutofit/>
          </a:bodyPr>
          <a:lstStyle>
            <a:lvl1pPr marL="0" indent="0" algn="ctr">
              <a:buNone/>
              <a:defRPr sz="2000"/>
            </a:lvl1pPr>
          </a:lstStyle>
          <a:p>
            <a:r>
              <a:rPr lang="en-US"/>
              <a:t>Click to add photo</a:t>
            </a:r>
          </a:p>
        </p:txBody>
      </p:sp>
      <p:sp>
        <p:nvSpPr>
          <p:cNvPr id="45" name="Picture Placeholder 44">
            <a:extLst>
              <a:ext uri="{FF2B5EF4-FFF2-40B4-BE49-F238E27FC236}">
                <a16:creationId xmlns:a16="http://schemas.microsoft.com/office/drawing/2014/main" id="{29CDCB5D-3CB9-4A05-9109-F46C1FEB08B2}"/>
              </a:ext>
            </a:extLst>
          </p:cNvPr>
          <p:cNvSpPr>
            <a:spLocks noGrp="1"/>
          </p:cNvSpPr>
          <p:nvPr>
            <p:ph type="pic" sz="quarter" idx="15" hasCustomPrompt="1"/>
          </p:nvPr>
        </p:nvSpPr>
        <p:spPr>
          <a:xfrm>
            <a:off x="9244935" y="920815"/>
            <a:ext cx="2410165" cy="2410165"/>
          </a:xfrm>
          <a:custGeom>
            <a:avLst/>
            <a:gdLst>
              <a:gd name="connsiteX0" fmla="*/ 0 w 2410165"/>
              <a:gd name="connsiteY0" fmla="*/ 0 h 2410165"/>
              <a:gd name="connsiteX1" fmla="*/ 2410165 w 2410165"/>
              <a:gd name="connsiteY1" fmla="*/ 2410165 h 2410165"/>
              <a:gd name="connsiteX2" fmla="*/ 0 w 2410165"/>
              <a:gd name="connsiteY2" fmla="*/ 2410165 h 2410165"/>
            </a:gdLst>
            <a:ahLst/>
            <a:cxnLst>
              <a:cxn ang="0">
                <a:pos x="connsiteX0" y="connsiteY0"/>
              </a:cxn>
              <a:cxn ang="0">
                <a:pos x="connsiteX1" y="connsiteY1"/>
              </a:cxn>
              <a:cxn ang="0">
                <a:pos x="connsiteX2" y="connsiteY2"/>
              </a:cxn>
            </a:cxnLst>
            <a:rect l="l" t="t" r="r" b="b"/>
            <a:pathLst>
              <a:path w="2410165" h="2410165">
                <a:moveTo>
                  <a:pt x="0" y="0"/>
                </a:moveTo>
                <a:cubicBezTo>
                  <a:pt x="1331082" y="0"/>
                  <a:pt x="2410165" y="1079083"/>
                  <a:pt x="2410165" y="2410165"/>
                </a:cubicBezTo>
                <a:lnTo>
                  <a:pt x="0" y="2410165"/>
                </a:lnTo>
                <a:close/>
              </a:path>
            </a:pathLst>
          </a:custGeom>
        </p:spPr>
        <p:txBody>
          <a:bodyPr wrap="square" anchor="b">
            <a:noAutofit/>
          </a:bodyPr>
          <a:lstStyle>
            <a:lvl1pPr marL="0" indent="0" algn="ctr">
              <a:buNone/>
              <a:defRPr sz="2000"/>
            </a:lvl1pPr>
          </a:lstStyle>
          <a:p>
            <a:r>
              <a:rPr lang="en-US"/>
              <a:t>Click to</a:t>
            </a:r>
          </a:p>
          <a:p>
            <a:r>
              <a:rPr lang="en-US"/>
              <a:t>add photo</a:t>
            </a:r>
          </a:p>
        </p:txBody>
      </p:sp>
      <p:sp>
        <p:nvSpPr>
          <p:cNvPr id="48" name="Picture Placeholder 47">
            <a:extLst>
              <a:ext uri="{FF2B5EF4-FFF2-40B4-BE49-F238E27FC236}">
                <a16:creationId xmlns:a16="http://schemas.microsoft.com/office/drawing/2014/main" id="{C1949CC4-76B8-4D86-AF8E-6201557DC29D}"/>
              </a:ext>
            </a:extLst>
          </p:cNvPr>
          <p:cNvSpPr>
            <a:spLocks noGrp="1"/>
          </p:cNvSpPr>
          <p:nvPr>
            <p:ph type="pic" sz="quarter" idx="16" hasCustomPrompt="1"/>
          </p:nvPr>
        </p:nvSpPr>
        <p:spPr>
          <a:xfrm>
            <a:off x="9244934" y="3471379"/>
            <a:ext cx="2410165" cy="2406483"/>
          </a:xfrm>
          <a:custGeom>
            <a:avLst/>
            <a:gdLst>
              <a:gd name="connsiteX0" fmla="*/ 0 w 2410165"/>
              <a:gd name="connsiteY0" fmla="*/ 0 h 2406483"/>
              <a:gd name="connsiteX1" fmla="*/ 2410165 w 2410165"/>
              <a:gd name="connsiteY1" fmla="*/ 0 h 2406483"/>
              <a:gd name="connsiteX2" fmla="*/ 0 w 2410165"/>
              <a:gd name="connsiteY2" fmla="*/ 2406483 h 2406483"/>
            </a:gdLst>
            <a:ahLst/>
            <a:cxnLst>
              <a:cxn ang="0">
                <a:pos x="connsiteX0" y="connsiteY0"/>
              </a:cxn>
              <a:cxn ang="0">
                <a:pos x="connsiteX1" y="connsiteY1"/>
              </a:cxn>
              <a:cxn ang="0">
                <a:pos x="connsiteX2" y="connsiteY2"/>
              </a:cxn>
            </a:cxnLst>
            <a:rect l="l" t="t" r="r" b="b"/>
            <a:pathLst>
              <a:path w="2410165" h="2406483">
                <a:moveTo>
                  <a:pt x="0" y="0"/>
                </a:moveTo>
                <a:lnTo>
                  <a:pt x="2410165" y="0"/>
                </a:lnTo>
                <a:cubicBezTo>
                  <a:pt x="2410165" y="1329048"/>
                  <a:pt x="1331082" y="2406483"/>
                  <a:pt x="0" y="2406483"/>
                </a:cubicBezTo>
                <a:close/>
              </a:path>
            </a:pathLst>
          </a:custGeom>
        </p:spPr>
        <p:txBody>
          <a:bodyPr wrap="square" anchor="t">
            <a:noAutofit/>
          </a:bodyPr>
          <a:lstStyle>
            <a:lvl1pPr marL="0" indent="0" algn="ctr">
              <a:buNone/>
              <a:defRPr sz="2000"/>
            </a:lvl1pPr>
          </a:lstStyle>
          <a:p>
            <a:r>
              <a:rPr lang="en-US"/>
              <a:t>Click to</a:t>
            </a:r>
          </a:p>
          <a:p>
            <a:r>
              <a:rPr lang="en-US"/>
              <a:t>add photo</a:t>
            </a:r>
          </a:p>
        </p:txBody>
      </p:sp>
    </p:spTree>
    <p:extLst>
      <p:ext uri="{BB962C8B-B14F-4D97-AF65-F5344CB8AC3E}">
        <p14:creationId xmlns:p14="http://schemas.microsoft.com/office/powerpoint/2010/main" val="2243035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2"/>
        </a:solidFill>
        <a:effectLst/>
      </p:bgPr>
    </p:bg>
    <p:spTree>
      <p:nvGrpSpPr>
        <p:cNvPr id="1" name=""/>
        <p:cNvGrpSpPr/>
        <p:nvPr/>
      </p:nvGrpSpPr>
      <p:grpSpPr>
        <a:xfrm>
          <a:off x="0" y="0"/>
          <a:ext cx="0" cy="0"/>
          <a:chOff x="0" y="0"/>
          <a:chExt cx="0" cy="0"/>
        </a:xfrm>
      </p:grpSpPr>
      <p:grpSp>
        <p:nvGrpSpPr>
          <p:cNvPr id="4" name="Top left">
            <a:extLst>
              <a:ext uri="{FF2B5EF4-FFF2-40B4-BE49-F238E27FC236}">
                <a16:creationId xmlns:a16="http://schemas.microsoft.com/office/drawing/2014/main" id="{6B68C4F3-DA58-488E-A1B9-C574806E06B1}"/>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7C14282E-9BBD-4DB8-9BEF-3B2029C43A8A}"/>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54227016-75FE-458D-8526-2BC0F6325277}"/>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F8D36287-4581-4AB3-AD73-BB1788B529CE}"/>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DA687500-D055-420B-BA89-C2497BEC9CEE}"/>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561ED86A-A615-457B-B605-DDEFA04887AA}"/>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F9B08EFF-6109-4E38-8AE0-C0DC57673936}"/>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662AAAC3-A562-4FFF-9C3D-2A15BB0C8217}"/>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64532044-D738-480C-BFDC-BA047A4549FB}"/>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3" name="Title 1">
            <a:extLst>
              <a:ext uri="{FF2B5EF4-FFF2-40B4-BE49-F238E27FC236}">
                <a16:creationId xmlns:a16="http://schemas.microsoft.com/office/drawing/2014/main" id="{0E6D5A92-6D6E-4B53-BA01-E1231CF64FC0}"/>
              </a:ext>
            </a:extLst>
          </p:cNvPr>
          <p:cNvSpPr>
            <a:spLocks noGrp="1"/>
          </p:cNvSpPr>
          <p:nvPr>
            <p:ph type="title"/>
          </p:nvPr>
        </p:nvSpPr>
        <p:spPr>
          <a:xfrm>
            <a:off x="1198181" y="557191"/>
            <a:ext cx="9988166" cy="1325397"/>
          </a:xfrm>
          <a:prstGeom prst="rect">
            <a:avLst/>
          </a:prstGeom>
        </p:spPr>
        <p:txBody>
          <a:bodyPr/>
          <a:lstStyle>
            <a:lvl1pPr algn="ctr">
              <a:defRPr/>
            </a:lvl1pPr>
          </a:lstStyle>
          <a:p>
            <a:pPr>
              <a:lnSpc>
                <a:spcPct val="100000"/>
              </a:lnSpc>
            </a:pPr>
            <a:endParaRPr lang="en-US"/>
          </a:p>
        </p:txBody>
      </p:sp>
      <p:grpSp>
        <p:nvGrpSpPr>
          <p:cNvPr id="14" name="Bottom Right">
            <a:extLst>
              <a:ext uri="{FF2B5EF4-FFF2-40B4-BE49-F238E27FC236}">
                <a16:creationId xmlns:a16="http://schemas.microsoft.com/office/drawing/2014/main" id="{933458C1-788D-4D50-BC21-6447B0730D02}"/>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5" name="Graphic 157">
              <a:extLst>
                <a:ext uri="{FF2B5EF4-FFF2-40B4-BE49-F238E27FC236}">
                  <a16:creationId xmlns:a16="http://schemas.microsoft.com/office/drawing/2014/main" id="{0D41BA5F-BA2A-4386-A7B4-FB811DF5168B}"/>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7" name="Freeform: Shape 16">
                <a:extLst>
                  <a:ext uri="{FF2B5EF4-FFF2-40B4-BE49-F238E27FC236}">
                    <a16:creationId xmlns:a16="http://schemas.microsoft.com/office/drawing/2014/main" id="{EFDE3885-EA9A-4FF9-84BD-B43D6D1ED4DD}"/>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5ECB0097-BB98-4FEC-A705-D82D6A97CA25}"/>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20E6CFFF-B349-4360-92E1-0451760008D5}"/>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A22594E-9B08-4B25-8789-304CA2FC58A4}"/>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AE707CB4-8E5B-40D8-A59A-38A6B3619F24}"/>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51A45863-5560-4ACD-ACE3-94776845B138}"/>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Shape 22">
                <a:extLst>
                  <a:ext uri="{FF2B5EF4-FFF2-40B4-BE49-F238E27FC236}">
                    <a16:creationId xmlns:a16="http://schemas.microsoft.com/office/drawing/2014/main" id="{FD8510C7-0AAE-424E-8D10-9E3FC0DB98F1}"/>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6" name="Freeform: Shape 15">
              <a:extLst>
                <a:ext uri="{FF2B5EF4-FFF2-40B4-BE49-F238E27FC236}">
                  <a16:creationId xmlns:a16="http://schemas.microsoft.com/office/drawing/2014/main" id="{9BA78C71-D0E4-4A5E-B6DB-3065CB6ACEC6}"/>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4" name="Date Placeholder 8">
            <a:extLst>
              <a:ext uri="{FF2B5EF4-FFF2-40B4-BE49-F238E27FC236}">
                <a16:creationId xmlns:a16="http://schemas.microsoft.com/office/drawing/2014/main" id="{4EC9294D-6492-44C5-AE14-74B5D86BAEE7}"/>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5" name="Footer Placeholder 9">
            <a:extLst>
              <a:ext uri="{FF2B5EF4-FFF2-40B4-BE49-F238E27FC236}">
                <a16:creationId xmlns:a16="http://schemas.microsoft.com/office/drawing/2014/main" id="{0E08DE30-AEBD-48F0-A130-0753399D6513}"/>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26" name="Slide Number Placeholder 10">
            <a:extLst>
              <a:ext uri="{FF2B5EF4-FFF2-40B4-BE49-F238E27FC236}">
                <a16:creationId xmlns:a16="http://schemas.microsoft.com/office/drawing/2014/main" id="{71415C84-324E-4C0D-B691-C384E436D649}"/>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3" name="Content Placeholder 2">
            <a:extLst>
              <a:ext uri="{FF2B5EF4-FFF2-40B4-BE49-F238E27FC236}">
                <a16:creationId xmlns:a16="http://schemas.microsoft.com/office/drawing/2014/main" id="{7A6A6618-F041-427E-AE99-91D2386AE897}"/>
              </a:ext>
            </a:extLst>
          </p:cNvPr>
          <p:cNvSpPr>
            <a:spLocks noGrp="1"/>
          </p:cNvSpPr>
          <p:nvPr>
            <p:ph sz="quarter" idx="13"/>
          </p:nvPr>
        </p:nvSpPr>
        <p:spPr>
          <a:xfrm>
            <a:off x="1860550" y="2055813"/>
            <a:ext cx="8662988" cy="3309937"/>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2186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grpSp>
        <p:nvGrpSpPr>
          <p:cNvPr id="8" name="Top left">
            <a:extLst>
              <a:ext uri="{FF2B5EF4-FFF2-40B4-BE49-F238E27FC236}">
                <a16:creationId xmlns:a16="http://schemas.microsoft.com/office/drawing/2014/main" id="{E7C1007A-38A4-44A0-BF98-887471DFFB32}"/>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9" name="Freeform: Shape 8">
              <a:extLst>
                <a:ext uri="{FF2B5EF4-FFF2-40B4-BE49-F238E27FC236}">
                  <a16:creationId xmlns:a16="http://schemas.microsoft.com/office/drawing/2014/main" id="{FFC8DFC3-A77D-4047-89B1-5A9587DD92E2}"/>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10" name="Freeform: Shape 9">
              <a:extLst>
                <a:ext uri="{FF2B5EF4-FFF2-40B4-BE49-F238E27FC236}">
                  <a16:creationId xmlns:a16="http://schemas.microsoft.com/office/drawing/2014/main" id="{5367B319-DB4D-49DE-8B1B-D2F94F892C83}"/>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9FB6224A-9986-4980-9954-62E88B4E23A7}"/>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84F0DA6F-4771-4DAA-B032-F2F1CD6D7FFF}"/>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Freeform: Shape 12">
              <a:extLst>
                <a:ext uri="{FF2B5EF4-FFF2-40B4-BE49-F238E27FC236}">
                  <a16:creationId xmlns:a16="http://schemas.microsoft.com/office/drawing/2014/main" id="{6E826A14-FAD5-41CA-8B7E-B4938DC64FB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Freeform: Shape 13">
              <a:extLst>
                <a:ext uri="{FF2B5EF4-FFF2-40B4-BE49-F238E27FC236}">
                  <a16:creationId xmlns:a16="http://schemas.microsoft.com/office/drawing/2014/main" id="{EAD248F0-8D25-4CDF-814F-87863C8D4959}"/>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Freeform: Shape 14">
              <a:extLst>
                <a:ext uri="{FF2B5EF4-FFF2-40B4-BE49-F238E27FC236}">
                  <a16:creationId xmlns:a16="http://schemas.microsoft.com/office/drawing/2014/main" id="{AAE247D0-EA10-4307-A6D9-DC65CD336229}"/>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Freeform: Shape 15">
              <a:extLst>
                <a:ext uri="{FF2B5EF4-FFF2-40B4-BE49-F238E27FC236}">
                  <a16:creationId xmlns:a16="http://schemas.microsoft.com/office/drawing/2014/main" id="{816F0BC8-01B3-4EA5-8D3C-D08A7083C407}"/>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7" name="Bottom Right">
            <a:extLst>
              <a:ext uri="{FF2B5EF4-FFF2-40B4-BE49-F238E27FC236}">
                <a16:creationId xmlns:a16="http://schemas.microsoft.com/office/drawing/2014/main" id="{3C4C6F91-040E-49E0-B048-C983B556B4CD}"/>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8" name="Graphic 157">
              <a:extLst>
                <a:ext uri="{FF2B5EF4-FFF2-40B4-BE49-F238E27FC236}">
                  <a16:creationId xmlns:a16="http://schemas.microsoft.com/office/drawing/2014/main" id="{5F735938-366A-4689-940D-6AC867D18968}"/>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20" name="Freeform: Shape 19">
                <a:extLst>
                  <a:ext uri="{FF2B5EF4-FFF2-40B4-BE49-F238E27FC236}">
                    <a16:creationId xmlns:a16="http://schemas.microsoft.com/office/drawing/2014/main" id="{082D0C32-CA40-4D76-A0AE-355F4EDE9E47}"/>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D4AA2F5B-1059-4660-A88B-0138D3DEA112}"/>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8DBAAE2E-B09E-47A6-88B0-3B386570963B}"/>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Shape 22">
                <a:extLst>
                  <a:ext uri="{FF2B5EF4-FFF2-40B4-BE49-F238E27FC236}">
                    <a16:creationId xmlns:a16="http://schemas.microsoft.com/office/drawing/2014/main" id="{80123DD0-D648-4002-B4DD-748944CF16C9}"/>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Freeform: Shape 23">
                <a:extLst>
                  <a:ext uri="{FF2B5EF4-FFF2-40B4-BE49-F238E27FC236}">
                    <a16:creationId xmlns:a16="http://schemas.microsoft.com/office/drawing/2014/main" id="{B0FFF952-E585-449F-8014-AF83F5F6BF02}"/>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Shape 24">
                <a:extLst>
                  <a:ext uri="{FF2B5EF4-FFF2-40B4-BE49-F238E27FC236}">
                    <a16:creationId xmlns:a16="http://schemas.microsoft.com/office/drawing/2014/main" id="{60910C5D-897F-48B1-BECF-735BDC46365B}"/>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Freeform: Shape 25">
                <a:extLst>
                  <a:ext uri="{FF2B5EF4-FFF2-40B4-BE49-F238E27FC236}">
                    <a16:creationId xmlns:a16="http://schemas.microsoft.com/office/drawing/2014/main" id="{98633913-4C49-4FE2-A15B-78DE0FD26852}"/>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9" name="Freeform: Shape 18">
              <a:extLst>
                <a:ext uri="{FF2B5EF4-FFF2-40B4-BE49-F238E27FC236}">
                  <a16:creationId xmlns:a16="http://schemas.microsoft.com/office/drawing/2014/main" id="{A9958AAF-ED1A-47A9-A07D-09465AFCF95E}"/>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46" name="Picture Placeholder 44">
            <a:extLst>
              <a:ext uri="{FF2B5EF4-FFF2-40B4-BE49-F238E27FC236}">
                <a16:creationId xmlns:a16="http://schemas.microsoft.com/office/drawing/2014/main" id="{FA2F33D7-521D-4F09-A571-EC79B9DD0EEC}"/>
              </a:ext>
            </a:extLst>
          </p:cNvPr>
          <p:cNvSpPr>
            <a:spLocks noGrp="1"/>
          </p:cNvSpPr>
          <p:nvPr>
            <p:ph type="pic" sz="quarter" idx="13" hasCustomPrompt="1"/>
          </p:nvPr>
        </p:nvSpPr>
        <p:spPr>
          <a:xfrm>
            <a:off x="-2962" y="588461"/>
            <a:ext cx="12194962" cy="5724601"/>
          </a:xfrm>
          <a:prstGeom prst="rect">
            <a:avLst/>
          </a:prstGeom>
        </p:spPr>
        <p:txBody>
          <a:bodyPr anchor="ctr"/>
          <a:lstStyle>
            <a:lvl1pPr marL="0" indent="0" algn="ctr">
              <a:buNone/>
              <a:defRPr sz="2000"/>
            </a:lvl1pPr>
          </a:lstStyle>
          <a:p>
            <a:r>
              <a:rPr lang="en-US"/>
              <a:t>Insert photo here</a:t>
            </a:r>
          </a:p>
        </p:txBody>
      </p:sp>
      <p:sp>
        <p:nvSpPr>
          <p:cNvPr id="2" name="Title 1">
            <a:extLst>
              <a:ext uri="{FF2B5EF4-FFF2-40B4-BE49-F238E27FC236}">
                <a16:creationId xmlns:a16="http://schemas.microsoft.com/office/drawing/2014/main" id="{0B44AEF9-63A1-44CB-BD42-5FDC2C575D5E}"/>
              </a:ext>
            </a:extLst>
          </p:cNvPr>
          <p:cNvSpPr>
            <a:spLocks noGrp="1"/>
          </p:cNvSpPr>
          <p:nvPr>
            <p:ph type="title" hasCustomPrompt="1"/>
          </p:nvPr>
        </p:nvSpPr>
        <p:spPr>
          <a:xfrm>
            <a:off x="7434263" y="1506070"/>
            <a:ext cx="4456111" cy="3135405"/>
          </a:xfrm>
          <a:prstGeom prst="rect">
            <a:avLst/>
          </a:prstGeom>
        </p:spPr>
        <p:txBody>
          <a:bodyPr/>
          <a:lstStyle>
            <a:lvl1pPr>
              <a:lnSpc>
                <a:spcPct val="110000"/>
              </a:lnSpc>
              <a:spcBef>
                <a:spcPts val="1000"/>
              </a:spcBef>
              <a:defRPr sz="4000">
                <a:solidFill>
                  <a:schemeClr val="bg1"/>
                </a:solidFill>
                <a:effectLst>
                  <a:outerShdw blurRad="38100" dist="38100" dir="2700000" algn="tl">
                    <a:srgbClr val="000000">
                      <a:alpha val="43137"/>
                    </a:srgbClr>
                  </a:outerShdw>
                </a:effectLst>
              </a:defRPr>
            </a:lvl1pPr>
          </a:lstStyle>
          <a:p>
            <a:r>
              <a:rPr lang="en-US"/>
              <a:t>Click to add text</a:t>
            </a:r>
          </a:p>
        </p:txBody>
      </p:sp>
      <p:sp>
        <p:nvSpPr>
          <p:cNvPr id="52" name="Text Placeholder 50">
            <a:extLst>
              <a:ext uri="{FF2B5EF4-FFF2-40B4-BE49-F238E27FC236}">
                <a16:creationId xmlns:a16="http://schemas.microsoft.com/office/drawing/2014/main" id="{5C6D6C0E-14CB-497A-A6C2-E067A88FA53A}"/>
              </a:ext>
            </a:extLst>
          </p:cNvPr>
          <p:cNvSpPr>
            <a:spLocks noGrp="1"/>
          </p:cNvSpPr>
          <p:nvPr>
            <p:ph type="body" sz="quarter" idx="15" hasCustomPrompt="1"/>
          </p:nvPr>
        </p:nvSpPr>
        <p:spPr>
          <a:xfrm>
            <a:off x="7434263" y="4778001"/>
            <a:ext cx="4430712" cy="971924"/>
          </a:xfrm>
          <a:prstGeom prst="rect">
            <a:avLst/>
          </a:prstGeom>
        </p:spPr>
        <p:txBody>
          <a:bodyPr/>
          <a:lstStyle>
            <a:lvl1pPr marL="0" indent="0">
              <a:buNone/>
              <a:defRPr sz="2800">
                <a:solidFill>
                  <a:schemeClr val="bg1"/>
                </a:solidFill>
                <a:effectLst>
                  <a:outerShdw blurRad="38100" dist="38100" dir="2700000" algn="tl">
                    <a:srgbClr val="000000">
                      <a:alpha val="43137"/>
                    </a:srgbClr>
                  </a:outerShdw>
                </a:effectLst>
                <a:latin typeface="+mj-lt"/>
              </a:defRPr>
            </a:lvl1pPr>
          </a:lstStyle>
          <a:p>
            <a:pPr lvl="0"/>
            <a:r>
              <a:rPr lang="en-US"/>
              <a:t>Click to subtitle</a:t>
            </a:r>
          </a:p>
        </p:txBody>
      </p:sp>
      <p:sp>
        <p:nvSpPr>
          <p:cNvPr id="47" name="Date Placeholder 8">
            <a:extLst>
              <a:ext uri="{FF2B5EF4-FFF2-40B4-BE49-F238E27FC236}">
                <a16:creationId xmlns:a16="http://schemas.microsoft.com/office/drawing/2014/main" id="{57880508-D524-4D72-B2D9-3EABCCBA5C93}"/>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48" name="Footer Placeholder 9">
            <a:extLst>
              <a:ext uri="{FF2B5EF4-FFF2-40B4-BE49-F238E27FC236}">
                <a16:creationId xmlns:a16="http://schemas.microsoft.com/office/drawing/2014/main" id="{FC67283E-EA51-43E9-A8CE-4D01EABCAB00}"/>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49" name="Slide Number Placeholder 10">
            <a:extLst>
              <a:ext uri="{FF2B5EF4-FFF2-40B4-BE49-F238E27FC236}">
                <a16:creationId xmlns:a16="http://schemas.microsoft.com/office/drawing/2014/main" id="{5008A3F2-2B1F-4E12-8D14-128006A2F571}"/>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859953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bg2"/>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3B353E9E-6F4F-441B-886F-D53691BE1378}"/>
              </a:ext>
            </a:extLst>
          </p:cNvPr>
          <p:cNvSpPr>
            <a:spLocks noGrp="1"/>
          </p:cNvSpPr>
          <p:nvPr>
            <p:ph type="pic" sz="quarter" idx="13"/>
          </p:nvPr>
        </p:nvSpPr>
        <p:spPr>
          <a:xfrm>
            <a:off x="1047750" y="1376793"/>
            <a:ext cx="2075688" cy="2073275"/>
          </a:xfrm>
          <a:prstGeom prst="round2DiagRect">
            <a:avLst/>
          </a:prstGeom>
        </p:spPr>
        <p:txBody>
          <a:bodyPr/>
          <a:lstStyle>
            <a:lvl1pPr>
              <a:defRPr sz="1600"/>
            </a:lvl1pPr>
          </a:lstStyle>
          <a:p>
            <a:endParaRPr lang="en-US"/>
          </a:p>
        </p:txBody>
      </p:sp>
      <p:sp>
        <p:nvSpPr>
          <p:cNvPr id="37" name="Picture Placeholder 23">
            <a:extLst>
              <a:ext uri="{FF2B5EF4-FFF2-40B4-BE49-F238E27FC236}">
                <a16:creationId xmlns:a16="http://schemas.microsoft.com/office/drawing/2014/main" id="{B5B9D2EE-DC4C-4740-AF09-5C66500163EA}"/>
              </a:ext>
            </a:extLst>
          </p:cNvPr>
          <p:cNvSpPr>
            <a:spLocks noGrp="1"/>
          </p:cNvSpPr>
          <p:nvPr>
            <p:ph type="pic" sz="quarter" idx="14"/>
          </p:nvPr>
        </p:nvSpPr>
        <p:spPr>
          <a:xfrm>
            <a:off x="3721626" y="1376793"/>
            <a:ext cx="2075688" cy="2073275"/>
          </a:xfrm>
          <a:prstGeom prst="round2DiagRect">
            <a:avLst/>
          </a:prstGeom>
        </p:spPr>
        <p:txBody>
          <a:bodyPr/>
          <a:lstStyle>
            <a:lvl1pPr>
              <a:defRPr sz="1600"/>
            </a:lvl1pPr>
          </a:lstStyle>
          <a:p>
            <a:endParaRPr lang="en-US"/>
          </a:p>
        </p:txBody>
      </p:sp>
      <p:sp>
        <p:nvSpPr>
          <p:cNvPr id="38" name="Picture Placeholder 23">
            <a:extLst>
              <a:ext uri="{FF2B5EF4-FFF2-40B4-BE49-F238E27FC236}">
                <a16:creationId xmlns:a16="http://schemas.microsoft.com/office/drawing/2014/main" id="{B81132E6-0A29-47B6-9E41-947D61422D45}"/>
              </a:ext>
            </a:extLst>
          </p:cNvPr>
          <p:cNvSpPr>
            <a:spLocks noGrp="1"/>
          </p:cNvSpPr>
          <p:nvPr>
            <p:ph type="pic" sz="quarter" idx="15"/>
          </p:nvPr>
        </p:nvSpPr>
        <p:spPr>
          <a:xfrm>
            <a:off x="6394260" y="1376793"/>
            <a:ext cx="2075688" cy="2073275"/>
          </a:xfrm>
          <a:prstGeom prst="round2DiagRect">
            <a:avLst/>
          </a:prstGeom>
        </p:spPr>
        <p:txBody>
          <a:bodyPr/>
          <a:lstStyle>
            <a:lvl1pPr>
              <a:defRPr sz="1600"/>
            </a:lvl1pPr>
          </a:lstStyle>
          <a:p>
            <a:endParaRPr lang="en-US"/>
          </a:p>
        </p:txBody>
      </p:sp>
      <p:sp>
        <p:nvSpPr>
          <p:cNvPr id="39" name="Picture Placeholder 23">
            <a:extLst>
              <a:ext uri="{FF2B5EF4-FFF2-40B4-BE49-F238E27FC236}">
                <a16:creationId xmlns:a16="http://schemas.microsoft.com/office/drawing/2014/main" id="{4C0E80EA-58EE-412B-A4AE-3EFE6BB25CF4}"/>
              </a:ext>
            </a:extLst>
          </p:cNvPr>
          <p:cNvSpPr>
            <a:spLocks noGrp="1"/>
          </p:cNvSpPr>
          <p:nvPr>
            <p:ph type="pic" sz="quarter" idx="16"/>
          </p:nvPr>
        </p:nvSpPr>
        <p:spPr>
          <a:xfrm>
            <a:off x="9057247" y="1376793"/>
            <a:ext cx="2075688" cy="2073275"/>
          </a:xfrm>
          <a:prstGeom prst="round2DiagRect">
            <a:avLst/>
          </a:prstGeom>
        </p:spPr>
        <p:txBody>
          <a:bodyPr/>
          <a:lstStyle>
            <a:lvl1pPr>
              <a:defRPr sz="1600"/>
            </a:lvl1pPr>
          </a:lstStyle>
          <a:p>
            <a:endParaRPr lang="en-US"/>
          </a:p>
        </p:txBody>
      </p:sp>
      <p:grpSp>
        <p:nvGrpSpPr>
          <p:cNvPr id="4" name="Top left">
            <a:extLst>
              <a:ext uri="{FF2B5EF4-FFF2-40B4-BE49-F238E27FC236}">
                <a16:creationId xmlns:a16="http://schemas.microsoft.com/office/drawing/2014/main" id="{698EF02E-6CA2-4CA6-9212-FFB45FA9AE45}"/>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AD5EB16E-0C22-49FD-A9C9-C4F0599D6A44}"/>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36172559-F798-4A8A-9698-620049B5E1E3}"/>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1EF78E13-7F65-4E92-9600-C7EB240AAFB8}"/>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19D42D9C-D474-4039-AED0-7E1055E2B8DD}"/>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1B9CCFDE-F5F0-4883-8851-0FDCF34A1E9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A4195171-BFB5-4F1E-A417-55F80F5148AE}"/>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4B8D4B3A-91E6-4C2F-9123-094E5718BFCE}"/>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6325D776-3B6A-4BAA-B4F0-0944C0EABAEF}"/>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3" name="Bottom Right">
            <a:extLst>
              <a:ext uri="{FF2B5EF4-FFF2-40B4-BE49-F238E27FC236}">
                <a16:creationId xmlns:a16="http://schemas.microsoft.com/office/drawing/2014/main" id="{D45C93FD-55BA-4F2D-90F8-6DD517383A8C}"/>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4" name="Graphic 157">
              <a:extLst>
                <a:ext uri="{FF2B5EF4-FFF2-40B4-BE49-F238E27FC236}">
                  <a16:creationId xmlns:a16="http://schemas.microsoft.com/office/drawing/2014/main" id="{18B36122-15B8-4C6F-906C-77A513D374A4}"/>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6" name="Freeform: Shape 15">
                <a:extLst>
                  <a:ext uri="{FF2B5EF4-FFF2-40B4-BE49-F238E27FC236}">
                    <a16:creationId xmlns:a16="http://schemas.microsoft.com/office/drawing/2014/main" id="{B50C0A59-1449-4599-8828-44025BFECBEE}"/>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D9C52D9E-28AD-486F-B7C4-F04A7C4801E2}"/>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9909F516-4614-4EFB-BCB1-15AA5C678F14}"/>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C3F02F4A-40B8-4D3C-B6B1-90E7B65255E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6BDCF159-602C-402C-A70E-34753F59D0F4}"/>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4EB71FB2-F1B2-4117-BA16-95D8C9AC3E5E}"/>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42E9C5BE-5CF5-4EB1-8D41-FA7AA2DAE423}"/>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5" name="Freeform: Shape 14">
              <a:extLst>
                <a:ext uri="{FF2B5EF4-FFF2-40B4-BE49-F238E27FC236}">
                  <a16:creationId xmlns:a16="http://schemas.microsoft.com/office/drawing/2014/main" id="{09625B7A-8E4D-40D0-A98E-7A64991B9EAA}"/>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3" name="Title 1">
            <a:extLst>
              <a:ext uri="{FF2B5EF4-FFF2-40B4-BE49-F238E27FC236}">
                <a16:creationId xmlns:a16="http://schemas.microsoft.com/office/drawing/2014/main" id="{339C0337-ABAF-49EC-BD34-55A05ADF1175}"/>
              </a:ext>
            </a:extLst>
          </p:cNvPr>
          <p:cNvSpPr>
            <a:spLocks noGrp="1"/>
          </p:cNvSpPr>
          <p:nvPr>
            <p:ph type="title"/>
          </p:nvPr>
        </p:nvSpPr>
        <p:spPr>
          <a:xfrm>
            <a:off x="1198181" y="4625685"/>
            <a:ext cx="9988166" cy="1495403"/>
          </a:xfrm>
          <a:prstGeom prst="rect">
            <a:avLst/>
          </a:prstGeom>
        </p:spPr>
        <p:txBody>
          <a:bodyPr anchor="ctr"/>
          <a:lstStyle/>
          <a:p>
            <a:pPr>
              <a:lnSpc>
                <a:spcPct val="100000"/>
              </a:lnSpc>
            </a:pPr>
            <a:endParaRPr lang="en-US"/>
          </a:p>
        </p:txBody>
      </p:sp>
      <p:sp>
        <p:nvSpPr>
          <p:cNvPr id="28" name="Date Placeholder 8">
            <a:extLst>
              <a:ext uri="{FF2B5EF4-FFF2-40B4-BE49-F238E27FC236}">
                <a16:creationId xmlns:a16="http://schemas.microsoft.com/office/drawing/2014/main" id="{595B4059-AC5C-40F9-903D-D05AF8A73715}"/>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9" name="Footer Placeholder 9">
            <a:extLst>
              <a:ext uri="{FF2B5EF4-FFF2-40B4-BE49-F238E27FC236}">
                <a16:creationId xmlns:a16="http://schemas.microsoft.com/office/drawing/2014/main" id="{9E19627B-F45E-41E4-8387-B5D665DB6220}"/>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30" name="Slide Number Placeholder 10">
            <a:extLst>
              <a:ext uri="{FF2B5EF4-FFF2-40B4-BE49-F238E27FC236}">
                <a16:creationId xmlns:a16="http://schemas.microsoft.com/office/drawing/2014/main" id="{7AA8C8B6-7507-4A7B-A983-5D1FC6DB4AA7}"/>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40" name="Text Placeholder 39">
            <a:extLst>
              <a:ext uri="{FF2B5EF4-FFF2-40B4-BE49-F238E27FC236}">
                <a16:creationId xmlns:a16="http://schemas.microsoft.com/office/drawing/2014/main" id="{EF679943-2591-4C3C-A9D6-F8AD1E41DE02}"/>
              </a:ext>
            </a:extLst>
          </p:cNvPr>
          <p:cNvSpPr>
            <a:spLocks noGrp="1"/>
          </p:cNvSpPr>
          <p:nvPr>
            <p:ph type="body" sz="quarter" idx="17" hasCustomPrompt="1"/>
          </p:nvPr>
        </p:nvSpPr>
        <p:spPr>
          <a:xfrm>
            <a:off x="1047325" y="3669894"/>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41" name="Text Placeholder 39">
            <a:extLst>
              <a:ext uri="{FF2B5EF4-FFF2-40B4-BE49-F238E27FC236}">
                <a16:creationId xmlns:a16="http://schemas.microsoft.com/office/drawing/2014/main" id="{5EFF3AD0-ADD5-4CCC-A7B8-6E6DF274CC28}"/>
              </a:ext>
            </a:extLst>
          </p:cNvPr>
          <p:cNvSpPr>
            <a:spLocks noGrp="1"/>
          </p:cNvSpPr>
          <p:nvPr>
            <p:ph type="body" sz="quarter" idx="18" hasCustomPrompt="1"/>
          </p:nvPr>
        </p:nvSpPr>
        <p:spPr>
          <a:xfrm>
            <a:off x="1047325" y="3952612"/>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
        <p:nvSpPr>
          <p:cNvPr id="45" name="Text Placeholder 39">
            <a:extLst>
              <a:ext uri="{FF2B5EF4-FFF2-40B4-BE49-F238E27FC236}">
                <a16:creationId xmlns:a16="http://schemas.microsoft.com/office/drawing/2014/main" id="{F84D2534-80B7-4C76-8CC7-C155F4923008}"/>
              </a:ext>
            </a:extLst>
          </p:cNvPr>
          <p:cNvSpPr>
            <a:spLocks noGrp="1"/>
          </p:cNvSpPr>
          <p:nvPr>
            <p:ph type="body" sz="quarter" idx="19" hasCustomPrompt="1"/>
          </p:nvPr>
        </p:nvSpPr>
        <p:spPr>
          <a:xfrm>
            <a:off x="3721626" y="3663772"/>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46" name="Text Placeholder 39">
            <a:extLst>
              <a:ext uri="{FF2B5EF4-FFF2-40B4-BE49-F238E27FC236}">
                <a16:creationId xmlns:a16="http://schemas.microsoft.com/office/drawing/2014/main" id="{074FF2A5-4FD0-475E-B34F-956208C2C7DA}"/>
              </a:ext>
            </a:extLst>
          </p:cNvPr>
          <p:cNvSpPr>
            <a:spLocks noGrp="1"/>
          </p:cNvSpPr>
          <p:nvPr>
            <p:ph type="body" sz="quarter" idx="20" hasCustomPrompt="1"/>
          </p:nvPr>
        </p:nvSpPr>
        <p:spPr>
          <a:xfrm>
            <a:off x="3721626" y="3946490"/>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
        <p:nvSpPr>
          <p:cNvPr id="47" name="Text Placeholder 39">
            <a:extLst>
              <a:ext uri="{FF2B5EF4-FFF2-40B4-BE49-F238E27FC236}">
                <a16:creationId xmlns:a16="http://schemas.microsoft.com/office/drawing/2014/main" id="{D39B066F-DC64-4779-B6D2-EB90B137438F}"/>
              </a:ext>
            </a:extLst>
          </p:cNvPr>
          <p:cNvSpPr>
            <a:spLocks noGrp="1"/>
          </p:cNvSpPr>
          <p:nvPr>
            <p:ph type="body" sz="quarter" idx="21" hasCustomPrompt="1"/>
          </p:nvPr>
        </p:nvSpPr>
        <p:spPr>
          <a:xfrm>
            <a:off x="6394260" y="3673396"/>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48" name="Text Placeholder 39">
            <a:extLst>
              <a:ext uri="{FF2B5EF4-FFF2-40B4-BE49-F238E27FC236}">
                <a16:creationId xmlns:a16="http://schemas.microsoft.com/office/drawing/2014/main" id="{A7A64C29-8FC5-4291-9F73-B5D6A4E223FA}"/>
              </a:ext>
            </a:extLst>
          </p:cNvPr>
          <p:cNvSpPr>
            <a:spLocks noGrp="1"/>
          </p:cNvSpPr>
          <p:nvPr>
            <p:ph type="body" sz="quarter" idx="22" hasCustomPrompt="1"/>
          </p:nvPr>
        </p:nvSpPr>
        <p:spPr>
          <a:xfrm>
            <a:off x="6394260" y="3956114"/>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
        <p:nvSpPr>
          <p:cNvPr id="49" name="Text Placeholder 39">
            <a:extLst>
              <a:ext uri="{FF2B5EF4-FFF2-40B4-BE49-F238E27FC236}">
                <a16:creationId xmlns:a16="http://schemas.microsoft.com/office/drawing/2014/main" id="{4013DD3C-DA77-4D01-9929-C5A92618B365}"/>
              </a:ext>
            </a:extLst>
          </p:cNvPr>
          <p:cNvSpPr>
            <a:spLocks noGrp="1"/>
          </p:cNvSpPr>
          <p:nvPr>
            <p:ph type="body" sz="quarter" idx="23" hasCustomPrompt="1"/>
          </p:nvPr>
        </p:nvSpPr>
        <p:spPr>
          <a:xfrm>
            <a:off x="9057247" y="3673396"/>
            <a:ext cx="2075688" cy="274320"/>
          </a:xfrm>
          <a:prstGeom prst="rect">
            <a:avLst/>
          </a:prstGeom>
        </p:spPr>
        <p:txBody>
          <a:bodyPr anchor="ctr"/>
          <a:lstStyle>
            <a:lvl1pPr marL="0" indent="0" algn="ctr">
              <a:buFont typeface="Arial" panose="020B0604020202020204" pitchFamily="34" charset="0"/>
              <a:buNone/>
              <a:defRPr lang="en-US" sz="2000" b="0" kern="1200" spc="20" dirty="0">
                <a:solidFill>
                  <a:schemeClr val="accent1"/>
                </a:solidFill>
                <a:latin typeface="+mj-lt"/>
                <a:ea typeface="+mn-ea"/>
                <a:cs typeface="+mn-cs"/>
              </a:defRPr>
            </a:lvl1pPr>
          </a:lstStyle>
          <a:p>
            <a:pPr lvl="0"/>
            <a:r>
              <a:rPr lang="en-US"/>
              <a:t>Name</a:t>
            </a:r>
          </a:p>
        </p:txBody>
      </p:sp>
      <p:sp>
        <p:nvSpPr>
          <p:cNvPr id="50" name="Text Placeholder 39">
            <a:extLst>
              <a:ext uri="{FF2B5EF4-FFF2-40B4-BE49-F238E27FC236}">
                <a16:creationId xmlns:a16="http://schemas.microsoft.com/office/drawing/2014/main" id="{7B511BF1-3697-426A-B69F-372C0D423DA3}"/>
              </a:ext>
            </a:extLst>
          </p:cNvPr>
          <p:cNvSpPr>
            <a:spLocks noGrp="1"/>
          </p:cNvSpPr>
          <p:nvPr>
            <p:ph type="body" sz="quarter" idx="24" hasCustomPrompt="1"/>
          </p:nvPr>
        </p:nvSpPr>
        <p:spPr>
          <a:xfrm>
            <a:off x="9057247" y="3956114"/>
            <a:ext cx="2075688" cy="274320"/>
          </a:xfrm>
          <a:prstGeom prst="rect">
            <a:avLst/>
          </a:prstGeom>
        </p:spPr>
        <p:txBody>
          <a:bodyPr anchor="ctr"/>
          <a:lstStyle>
            <a:lvl1pPr marL="0" indent="0" algn="ctr">
              <a:buFont typeface="Arial" panose="020B0604020202020204" pitchFamily="34" charset="0"/>
              <a:buNone/>
              <a:defRPr lang="en-US" sz="1600" b="0" kern="1200" spc="20" dirty="0">
                <a:solidFill>
                  <a:schemeClr val="tx1"/>
                </a:solidFill>
                <a:latin typeface="+mn-lt"/>
                <a:ea typeface="+mn-ea"/>
                <a:cs typeface="+mn-cs"/>
              </a:defRPr>
            </a:lvl1pPr>
          </a:lstStyle>
          <a:p>
            <a:pPr lvl="0"/>
            <a:r>
              <a:rPr lang="en-US"/>
              <a:t>Title</a:t>
            </a:r>
          </a:p>
        </p:txBody>
      </p:sp>
    </p:spTree>
    <p:extLst>
      <p:ext uri="{BB962C8B-B14F-4D97-AF65-F5344CB8AC3E}">
        <p14:creationId xmlns:p14="http://schemas.microsoft.com/office/powerpoint/2010/main" val="27435451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bg2"/>
        </a:solidFill>
        <a:effectLst/>
      </p:bgPr>
    </p:bg>
    <p:spTree>
      <p:nvGrpSpPr>
        <p:cNvPr id="1" name=""/>
        <p:cNvGrpSpPr/>
        <p:nvPr/>
      </p:nvGrpSpPr>
      <p:grpSpPr>
        <a:xfrm>
          <a:off x="0" y="0"/>
          <a:ext cx="0" cy="0"/>
          <a:chOff x="0" y="0"/>
          <a:chExt cx="0" cy="0"/>
        </a:xfrm>
      </p:grpSpPr>
      <p:grpSp>
        <p:nvGrpSpPr>
          <p:cNvPr id="4" name="Top left">
            <a:extLst>
              <a:ext uri="{FF2B5EF4-FFF2-40B4-BE49-F238E27FC236}">
                <a16:creationId xmlns:a16="http://schemas.microsoft.com/office/drawing/2014/main" id="{2FFEA91A-0EFC-48F7-B7D5-80A0E1B7623B}"/>
              </a:ext>
              <a:ext uri="{C183D7F6-B498-43B3-948B-1728B52AA6E4}">
                <adec:decorative xmlns:adec="http://schemas.microsoft.com/office/drawing/2017/decorative" val="1"/>
              </a:ext>
            </a:extLst>
          </p:cNvPr>
          <p:cNvGrpSpPr/>
          <p:nvPr userDrawn="1"/>
        </p:nvGrpSpPr>
        <p:grpSpPr>
          <a:xfrm>
            <a:off x="5425" y="-1543"/>
            <a:ext cx="2198951" cy="3349518"/>
            <a:chOff x="10849" y="-3086"/>
            <a:chExt cx="2198951" cy="3349518"/>
          </a:xfrm>
        </p:grpSpPr>
        <p:sp>
          <p:nvSpPr>
            <p:cNvPr id="5" name="Freeform: Shape 4">
              <a:extLst>
                <a:ext uri="{FF2B5EF4-FFF2-40B4-BE49-F238E27FC236}">
                  <a16:creationId xmlns:a16="http://schemas.microsoft.com/office/drawing/2014/main" id="{516EB67A-55A4-4D1D-925D-7970028D95E6}"/>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E5E55AEF-DB73-4710-9416-FEB3FD97C15C}"/>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Freeform: Shape 6">
              <a:extLst>
                <a:ext uri="{FF2B5EF4-FFF2-40B4-BE49-F238E27FC236}">
                  <a16:creationId xmlns:a16="http://schemas.microsoft.com/office/drawing/2014/main" id="{FD2908CE-9399-4B3D-AA3B-9C535EF8B4AD}"/>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Freeform: Shape 7">
              <a:extLst>
                <a:ext uri="{FF2B5EF4-FFF2-40B4-BE49-F238E27FC236}">
                  <a16:creationId xmlns:a16="http://schemas.microsoft.com/office/drawing/2014/main" id="{8639D73A-BE27-4C16-844B-7258A8A11179}"/>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Freeform: Shape 8">
              <a:extLst>
                <a:ext uri="{FF2B5EF4-FFF2-40B4-BE49-F238E27FC236}">
                  <a16:creationId xmlns:a16="http://schemas.microsoft.com/office/drawing/2014/main" id="{1A76B215-E0A3-46C3-9D5F-9365987E538A}"/>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Freeform: Shape 9">
              <a:extLst>
                <a:ext uri="{FF2B5EF4-FFF2-40B4-BE49-F238E27FC236}">
                  <a16:creationId xmlns:a16="http://schemas.microsoft.com/office/drawing/2014/main" id="{C6EC2A41-C8B0-4DAF-963A-25A1129447CA}"/>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Shape 10">
              <a:extLst>
                <a:ext uri="{FF2B5EF4-FFF2-40B4-BE49-F238E27FC236}">
                  <a16:creationId xmlns:a16="http://schemas.microsoft.com/office/drawing/2014/main" id="{BA7290A1-550E-4C14-9692-08A32E701314}"/>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Freeform: Shape 11">
              <a:extLst>
                <a:ext uri="{FF2B5EF4-FFF2-40B4-BE49-F238E27FC236}">
                  <a16:creationId xmlns:a16="http://schemas.microsoft.com/office/drawing/2014/main" id="{2C1450BD-4122-4D86-ABD1-F26F1194C6E6}"/>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3" name="Bottom Right">
            <a:extLst>
              <a:ext uri="{FF2B5EF4-FFF2-40B4-BE49-F238E27FC236}">
                <a16:creationId xmlns:a16="http://schemas.microsoft.com/office/drawing/2014/main" id="{BE4E36A0-93C4-40C8-8EEF-C463BBC763FF}"/>
              </a:ext>
              <a:ext uri="{C183D7F6-B498-43B3-948B-1728B52AA6E4}">
                <adec:decorative xmlns:adec="http://schemas.microsoft.com/office/drawing/2017/decorative" val="1"/>
              </a:ext>
            </a:extLst>
          </p:cNvPr>
          <p:cNvGrpSpPr/>
          <p:nvPr userDrawn="1"/>
        </p:nvGrpSpPr>
        <p:grpSpPr>
          <a:xfrm>
            <a:off x="7974976" y="3278144"/>
            <a:ext cx="4211600" cy="3581399"/>
            <a:chOff x="7980400" y="3276601"/>
            <a:chExt cx="4211600" cy="3581399"/>
          </a:xfrm>
        </p:grpSpPr>
        <p:grpSp>
          <p:nvGrpSpPr>
            <p:cNvPr id="14" name="Graphic 157">
              <a:extLst>
                <a:ext uri="{FF2B5EF4-FFF2-40B4-BE49-F238E27FC236}">
                  <a16:creationId xmlns:a16="http://schemas.microsoft.com/office/drawing/2014/main" id="{1CCF8ACD-1787-41D1-B29E-E10FAE033089}"/>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6" name="Freeform: Shape 15">
                <a:extLst>
                  <a:ext uri="{FF2B5EF4-FFF2-40B4-BE49-F238E27FC236}">
                    <a16:creationId xmlns:a16="http://schemas.microsoft.com/office/drawing/2014/main" id="{C622B3C7-2A88-4657-8DEC-962E52F43F11}"/>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Shape 16">
                <a:extLst>
                  <a:ext uri="{FF2B5EF4-FFF2-40B4-BE49-F238E27FC236}">
                    <a16:creationId xmlns:a16="http://schemas.microsoft.com/office/drawing/2014/main" id="{5C36A0C0-7D0D-4D1D-9316-224CF1A823A4}"/>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Freeform: Shape 17">
                <a:extLst>
                  <a:ext uri="{FF2B5EF4-FFF2-40B4-BE49-F238E27FC236}">
                    <a16:creationId xmlns:a16="http://schemas.microsoft.com/office/drawing/2014/main" id="{D8D15477-C8B6-4ADB-BD54-698A9B5915EB}"/>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Shape 18">
                <a:extLst>
                  <a:ext uri="{FF2B5EF4-FFF2-40B4-BE49-F238E27FC236}">
                    <a16:creationId xmlns:a16="http://schemas.microsoft.com/office/drawing/2014/main" id="{20A4C13F-5758-4BE4-9925-C6E35301C4B7}"/>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Freeform: Shape 19">
                <a:extLst>
                  <a:ext uri="{FF2B5EF4-FFF2-40B4-BE49-F238E27FC236}">
                    <a16:creationId xmlns:a16="http://schemas.microsoft.com/office/drawing/2014/main" id="{C9A29BFA-3801-4847-A1E1-87A32423B402}"/>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Shape 20">
                <a:extLst>
                  <a:ext uri="{FF2B5EF4-FFF2-40B4-BE49-F238E27FC236}">
                    <a16:creationId xmlns:a16="http://schemas.microsoft.com/office/drawing/2014/main" id="{20C42F85-0FBE-48C0-A629-8BC17C93C2FB}"/>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Freeform: Shape 21">
                <a:extLst>
                  <a:ext uri="{FF2B5EF4-FFF2-40B4-BE49-F238E27FC236}">
                    <a16:creationId xmlns:a16="http://schemas.microsoft.com/office/drawing/2014/main" id="{2E443C38-4EE5-4E5F-ADF6-66502151DB3F}"/>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5" name="Freeform: Shape 14">
              <a:extLst>
                <a:ext uri="{FF2B5EF4-FFF2-40B4-BE49-F238E27FC236}">
                  <a16:creationId xmlns:a16="http://schemas.microsoft.com/office/drawing/2014/main" id="{F754DE6C-441A-4CEF-B2BF-E2755FD916C1}"/>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23" name="Title 1">
            <a:extLst>
              <a:ext uri="{FF2B5EF4-FFF2-40B4-BE49-F238E27FC236}">
                <a16:creationId xmlns:a16="http://schemas.microsoft.com/office/drawing/2014/main" id="{4E5B71B3-BF16-460A-B638-D1A604335869}"/>
              </a:ext>
            </a:extLst>
          </p:cNvPr>
          <p:cNvSpPr>
            <a:spLocks noGrp="1"/>
          </p:cNvSpPr>
          <p:nvPr>
            <p:ph type="title"/>
          </p:nvPr>
        </p:nvSpPr>
        <p:spPr>
          <a:xfrm>
            <a:off x="1198181" y="4625685"/>
            <a:ext cx="9988166" cy="1495403"/>
          </a:xfrm>
          <a:prstGeom prst="rect">
            <a:avLst/>
          </a:prstGeom>
        </p:spPr>
        <p:txBody>
          <a:bodyPr anchor="ctr"/>
          <a:lstStyle/>
          <a:p>
            <a:pPr>
              <a:lnSpc>
                <a:spcPct val="100000"/>
              </a:lnSpc>
            </a:pPr>
            <a:endParaRPr lang="en-US"/>
          </a:p>
        </p:txBody>
      </p:sp>
      <p:sp>
        <p:nvSpPr>
          <p:cNvPr id="24" name="Date Placeholder 8">
            <a:extLst>
              <a:ext uri="{FF2B5EF4-FFF2-40B4-BE49-F238E27FC236}">
                <a16:creationId xmlns:a16="http://schemas.microsoft.com/office/drawing/2014/main" id="{9571135A-2E5D-477D-B14A-2B9AA4555399}"/>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5" name="Footer Placeholder 9">
            <a:extLst>
              <a:ext uri="{FF2B5EF4-FFF2-40B4-BE49-F238E27FC236}">
                <a16:creationId xmlns:a16="http://schemas.microsoft.com/office/drawing/2014/main" id="{13453AD8-C108-4346-9519-C496F8B0E217}"/>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26" name="Slide Number Placeholder 10">
            <a:extLst>
              <a:ext uri="{FF2B5EF4-FFF2-40B4-BE49-F238E27FC236}">
                <a16:creationId xmlns:a16="http://schemas.microsoft.com/office/drawing/2014/main" id="{EBB5DBC4-2BAD-41DC-AFCC-11E01A842887}"/>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3" name="Content Placeholder 2">
            <a:extLst>
              <a:ext uri="{FF2B5EF4-FFF2-40B4-BE49-F238E27FC236}">
                <a16:creationId xmlns:a16="http://schemas.microsoft.com/office/drawing/2014/main" id="{0277A857-1402-4ABB-A7CC-9467704990C1}"/>
              </a:ext>
            </a:extLst>
          </p:cNvPr>
          <p:cNvSpPr>
            <a:spLocks noGrp="1"/>
          </p:cNvSpPr>
          <p:nvPr>
            <p:ph sz="quarter" idx="13"/>
          </p:nvPr>
        </p:nvSpPr>
        <p:spPr>
          <a:xfrm>
            <a:off x="641350" y="501650"/>
            <a:ext cx="10909300" cy="4349750"/>
          </a:xfrm>
          <a:prstGeom prst="rect">
            <a:avLst/>
          </a:prstGeo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51289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2"/>
        </a:solidFill>
        <a:effectLst/>
      </p:bgPr>
    </p:bg>
    <p:spTree>
      <p:nvGrpSpPr>
        <p:cNvPr id="1" name=""/>
        <p:cNvGrpSpPr/>
        <p:nvPr/>
      </p:nvGrpSpPr>
      <p:grpSpPr>
        <a:xfrm>
          <a:off x="0" y="0"/>
          <a:ext cx="0" cy="0"/>
          <a:chOff x="0" y="0"/>
          <a:chExt cx="0" cy="0"/>
        </a:xfrm>
      </p:grpSpPr>
      <p:grpSp>
        <p:nvGrpSpPr>
          <p:cNvPr id="4" name="Top Left">
            <a:extLst>
              <a:ext uri="{FF2B5EF4-FFF2-40B4-BE49-F238E27FC236}">
                <a16:creationId xmlns:a16="http://schemas.microsoft.com/office/drawing/2014/main" id="{BBD4F959-5EA4-4F76-B85B-21D723B3B3A7}"/>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5" name="Freeform: Shape 4">
              <a:extLst>
                <a:ext uri="{FF2B5EF4-FFF2-40B4-BE49-F238E27FC236}">
                  <a16:creationId xmlns:a16="http://schemas.microsoft.com/office/drawing/2014/main" id="{FEA59C57-9D10-43F2-A117-CF056B0EE083}"/>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6" name="Freeform: Shape 5">
              <a:extLst>
                <a:ext uri="{FF2B5EF4-FFF2-40B4-BE49-F238E27FC236}">
                  <a16:creationId xmlns:a16="http://schemas.microsoft.com/office/drawing/2014/main" id="{15FBE050-1863-42EC-8923-851534803290}"/>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7" name="Freeform: Shape 6">
              <a:extLst>
                <a:ext uri="{FF2B5EF4-FFF2-40B4-BE49-F238E27FC236}">
                  <a16:creationId xmlns:a16="http://schemas.microsoft.com/office/drawing/2014/main" id="{53B1833D-57B2-41AD-9621-7D5A33B79274}"/>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8" name="Freeform: Shape 7">
              <a:extLst>
                <a:ext uri="{FF2B5EF4-FFF2-40B4-BE49-F238E27FC236}">
                  <a16:creationId xmlns:a16="http://schemas.microsoft.com/office/drawing/2014/main" id="{D76CF914-CBD8-4950-AC92-B6D0618B9537}"/>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9" name="Freeform: Shape 8">
              <a:extLst>
                <a:ext uri="{FF2B5EF4-FFF2-40B4-BE49-F238E27FC236}">
                  <a16:creationId xmlns:a16="http://schemas.microsoft.com/office/drawing/2014/main" id="{9C115E25-746D-4185-9005-7A0A71516E6A}"/>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0" name="Freeform: Shape 9">
              <a:extLst>
                <a:ext uri="{FF2B5EF4-FFF2-40B4-BE49-F238E27FC236}">
                  <a16:creationId xmlns:a16="http://schemas.microsoft.com/office/drawing/2014/main" id="{43669368-7C2F-4AAB-8948-A821629A7F57}"/>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11" name="Freeform: Shape 10">
              <a:extLst>
                <a:ext uri="{FF2B5EF4-FFF2-40B4-BE49-F238E27FC236}">
                  <a16:creationId xmlns:a16="http://schemas.microsoft.com/office/drawing/2014/main" id="{0CA60BEC-2BDB-42C0-8A61-4653057BEE3C}"/>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2" name="Freeform: Shape 11">
              <a:extLst>
                <a:ext uri="{FF2B5EF4-FFF2-40B4-BE49-F238E27FC236}">
                  <a16:creationId xmlns:a16="http://schemas.microsoft.com/office/drawing/2014/main" id="{4C734BC0-49E3-41A4-AB17-D87FF2D36F92}"/>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13" name="Title 1">
            <a:extLst>
              <a:ext uri="{FF2B5EF4-FFF2-40B4-BE49-F238E27FC236}">
                <a16:creationId xmlns:a16="http://schemas.microsoft.com/office/drawing/2014/main" id="{82113BB3-DE71-4C25-A6D0-241EC8A2B699}"/>
              </a:ext>
            </a:extLst>
          </p:cNvPr>
          <p:cNvSpPr>
            <a:spLocks noGrp="1"/>
          </p:cNvSpPr>
          <p:nvPr>
            <p:ph type="title"/>
          </p:nvPr>
        </p:nvSpPr>
        <p:spPr>
          <a:xfrm>
            <a:off x="1198182" y="559814"/>
            <a:ext cx="9795636" cy="1335662"/>
          </a:xfrm>
          <a:prstGeom prst="rect">
            <a:avLst/>
          </a:prstGeom>
        </p:spPr>
        <p:txBody>
          <a:bodyPr/>
          <a:lstStyle>
            <a:lvl1pPr algn="ctr">
              <a:defRPr/>
            </a:lvl1pPr>
          </a:lstStyle>
          <a:p>
            <a:pPr>
              <a:lnSpc>
                <a:spcPct val="100000"/>
              </a:lnSpc>
            </a:pPr>
            <a:endParaRPr lang="en-US"/>
          </a:p>
        </p:txBody>
      </p:sp>
      <p:sp>
        <p:nvSpPr>
          <p:cNvPr id="31" name="Text Placeholder 30">
            <a:extLst>
              <a:ext uri="{FF2B5EF4-FFF2-40B4-BE49-F238E27FC236}">
                <a16:creationId xmlns:a16="http://schemas.microsoft.com/office/drawing/2014/main" id="{DD0D7D96-3677-493A-BA3B-CCC0ACA7D505}"/>
              </a:ext>
            </a:extLst>
          </p:cNvPr>
          <p:cNvSpPr>
            <a:spLocks noGrp="1"/>
          </p:cNvSpPr>
          <p:nvPr>
            <p:ph type="body" sz="quarter" idx="13" hasCustomPrompt="1"/>
          </p:nvPr>
        </p:nvSpPr>
        <p:spPr>
          <a:xfrm>
            <a:off x="1195388" y="2107496"/>
            <a:ext cx="4756714"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14" name="Content Placeholder 2">
            <a:extLst>
              <a:ext uri="{FF2B5EF4-FFF2-40B4-BE49-F238E27FC236}">
                <a16:creationId xmlns:a16="http://schemas.microsoft.com/office/drawing/2014/main" id="{0C164B7E-5CDD-4C49-94D6-CBB9803DD173}"/>
              </a:ext>
            </a:extLst>
          </p:cNvPr>
          <p:cNvSpPr>
            <a:spLocks noGrp="1"/>
          </p:cNvSpPr>
          <p:nvPr>
            <p:ph idx="1"/>
          </p:nvPr>
        </p:nvSpPr>
        <p:spPr>
          <a:xfrm>
            <a:off x="1195281" y="2717782"/>
            <a:ext cx="4745568" cy="3365605"/>
          </a:xfrm>
          <a:prstGeom prst="rect">
            <a:avLst/>
          </a:prstGeom>
        </p:spPr>
        <p:txBody>
          <a:bodyPr>
            <a:normAutofit/>
          </a:bodyPr>
          <a:lstStyle>
            <a:lvl1pPr>
              <a:lnSpc>
                <a:spcPct val="100000"/>
              </a:lnSpc>
              <a:defRPr sz="1800"/>
            </a:lvl1pPr>
          </a:lstStyle>
          <a:p>
            <a:pPr>
              <a:lnSpc>
                <a:spcPct val="110000"/>
              </a:lnSpc>
            </a:pPr>
            <a:endParaRPr lang="en-US" sz="1800"/>
          </a:p>
        </p:txBody>
      </p:sp>
      <p:grpSp>
        <p:nvGrpSpPr>
          <p:cNvPr id="17" name="Bottom Right">
            <a:extLst>
              <a:ext uri="{FF2B5EF4-FFF2-40B4-BE49-F238E27FC236}">
                <a16:creationId xmlns:a16="http://schemas.microsoft.com/office/drawing/2014/main" id="{FDEE985A-E675-4CC8-AB6B-94F735668B73}"/>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18" name="Freeform: Shape 17">
              <a:extLst>
                <a:ext uri="{FF2B5EF4-FFF2-40B4-BE49-F238E27FC236}">
                  <a16:creationId xmlns:a16="http://schemas.microsoft.com/office/drawing/2014/main" id="{7FC5E817-3F3A-422C-88A5-0EDF0234DCA8}"/>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19" name="Graphic 157">
              <a:extLst>
                <a:ext uri="{FF2B5EF4-FFF2-40B4-BE49-F238E27FC236}">
                  <a16:creationId xmlns:a16="http://schemas.microsoft.com/office/drawing/2014/main" id="{121B83E4-00E3-40BA-9880-8A0D84CD3BE7}"/>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1" name="Freeform: Shape 20">
                <a:extLst>
                  <a:ext uri="{FF2B5EF4-FFF2-40B4-BE49-F238E27FC236}">
                    <a16:creationId xmlns:a16="http://schemas.microsoft.com/office/drawing/2014/main" id="{DB568EA9-E3D2-4FE2-A215-56181CD8DC0D}"/>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286325F6-B50A-451C-9242-76F44D08BCD0}"/>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0BD3EC36-E2A2-4E31-9B9A-DB99BCB1FFCD}"/>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2B0C0B52-C62D-4870-95FC-E7220087499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EA1BC770-E7E8-4B4C-9E44-AF28FF3478C6}"/>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2DFC082B-D4DC-4554-BD0D-A01C683AD833}"/>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ECEA946C-6AE4-4E0A-9096-BA3FFF9956E8}"/>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0" name="Freeform: Shape 19">
              <a:extLst>
                <a:ext uri="{FF2B5EF4-FFF2-40B4-BE49-F238E27FC236}">
                  <a16:creationId xmlns:a16="http://schemas.microsoft.com/office/drawing/2014/main" id="{EC0D7998-F951-4D21-85A4-F7F808621994}"/>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Text Placeholder 30">
            <a:extLst>
              <a:ext uri="{FF2B5EF4-FFF2-40B4-BE49-F238E27FC236}">
                <a16:creationId xmlns:a16="http://schemas.microsoft.com/office/drawing/2014/main" id="{9B5560C7-50D0-4CC5-AD89-48007BB98B11}"/>
              </a:ext>
            </a:extLst>
          </p:cNvPr>
          <p:cNvSpPr>
            <a:spLocks noGrp="1"/>
          </p:cNvSpPr>
          <p:nvPr>
            <p:ph type="body" sz="quarter" idx="15" hasCustomPrompt="1"/>
          </p:nvPr>
        </p:nvSpPr>
        <p:spPr>
          <a:xfrm>
            <a:off x="6243612" y="2107388"/>
            <a:ext cx="4756714"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35" name="Content Placeholder 2">
            <a:extLst>
              <a:ext uri="{FF2B5EF4-FFF2-40B4-BE49-F238E27FC236}">
                <a16:creationId xmlns:a16="http://schemas.microsoft.com/office/drawing/2014/main" id="{18AD3389-AD6B-43DD-A8D3-747CC5638441}"/>
              </a:ext>
            </a:extLst>
          </p:cNvPr>
          <p:cNvSpPr>
            <a:spLocks noGrp="1"/>
          </p:cNvSpPr>
          <p:nvPr>
            <p:ph idx="14"/>
          </p:nvPr>
        </p:nvSpPr>
        <p:spPr>
          <a:xfrm>
            <a:off x="6243505" y="2717674"/>
            <a:ext cx="4745568" cy="3365605"/>
          </a:xfrm>
          <a:prstGeom prst="rect">
            <a:avLst/>
          </a:prstGeom>
        </p:spPr>
        <p:txBody>
          <a:bodyPr>
            <a:normAutofit/>
          </a:bodyPr>
          <a:lstStyle>
            <a:lvl1pPr>
              <a:lnSpc>
                <a:spcPct val="100000"/>
              </a:lnSpc>
              <a:defRPr sz="1800"/>
            </a:lvl1pPr>
          </a:lstStyle>
          <a:p>
            <a:pPr>
              <a:lnSpc>
                <a:spcPct val="110000"/>
              </a:lnSpc>
            </a:pPr>
            <a:endParaRPr lang="en-US" sz="1800"/>
          </a:p>
        </p:txBody>
      </p:sp>
      <p:sp>
        <p:nvSpPr>
          <p:cNvPr id="32" name="Date Placeholder 8">
            <a:extLst>
              <a:ext uri="{FF2B5EF4-FFF2-40B4-BE49-F238E27FC236}">
                <a16:creationId xmlns:a16="http://schemas.microsoft.com/office/drawing/2014/main" id="{20D0392A-9FDF-463E-8831-4E691425672A}"/>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33" name="Footer Placeholder 9">
            <a:extLst>
              <a:ext uri="{FF2B5EF4-FFF2-40B4-BE49-F238E27FC236}">
                <a16:creationId xmlns:a16="http://schemas.microsoft.com/office/drawing/2014/main" id="{1DDEDA5B-5F9E-4C6B-A89B-05B29AF7AB9C}"/>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34" name="Slide Number Placeholder 10">
            <a:extLst>
              <a:ext uri="{FF2B5EF4-FFF2-40B4-BE49-F238E27FC236}">
                <a16:creationId xmlns:a16="http://schemas.microsoft.com/office/drawing/2014/main" id="{C8ED2EA9-7B76-428A-B33B-166EFA2452C0}"/>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990646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2"/>
        </a:solidFill>
        <a:effectLst/>
      </p:bgPr>
    </p:bg>
    <p:spTree>
      <p:nvGrpSpPr>
        <p:cNvPr id="1" name=""/>
        <p:cNvGrpSpPr/>
        <p:nvPr/>
      </p:nvGrpSpPr>
      <p:grpSpPr>
        <a:xfrm>
          <a:off x="0" y="0"/>
          <a:ext cx="0" cy="0"/>
          <a:chOff x="0" y="0"/>
          <a:chExt cx="0" cy="0"/>
        </a:xfrm>
      </p:grpSpPr>
      <p:grpSp>
        <p:nvGrpSpPr>
          <p:cNvPr id="2" name="Top Left">
            <a:extLst>
              <a:ext uri="{FF2B5EF4-FFF2-40B4-BE49-F238E27FC236}">
                <a16:creationId xmlns:a16="http://schemas.microsoft.com/office/drawing/2014/main" id="{F814A4FB-5C5F-4FBA-8692-F2853E8F3042}"/>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3" name="Freeform: Shape 2">
              <a:extLst>
                <a:ext uri="{FF2B5EF4-FFF2-40B4-BE49-F238E27FC236}">
                  <a16:creationId xmlns:a16="http://schemas.microsoft.com/office/drawing/2014/main" id="{4980A145-1B2A-495B-BB8D-3217B4432882}"/>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 name="Freeform: Shape 3">
              <a:extLst>
                <a:ext uri="{FF2B5EF4-FFF2-40B4-BE49-F238E27FC236}">
                  <a16:creationId xmlns:a16="http://schemas.microsoft.com/office/drawing/2014/main" id="{0984DC62-D617-4E12-A239-CDDF4B6B262E}"/>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5" name="Freeform: Shape 4">
              <a:extLst>
                <a:ext uri="{FF2B5EF4-FFF2-40B4-BE49-F238E27FC236}">
                  <a16:creationId xmlns:a16="http://schemas.microsoft.com/office/drawing/2014/main" id="{F8A564AC-EDDB-4E4E-BDB1-E48BAD8588ED}"/>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6" name="Freeform: Shape 5">
              <a:extLst>
                <a:ext uri="{FF2B5EF4-FFF2-40B4-BE49-F238E27FC236}">
                  <a16:creationId xmlns:a16="http://schemas.microsoft.com/office/drawing/2014/main" id="{49464CE0-3907-4E76-AFE6-DE1A516EDF34}"/>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7" name="Freeform: Shape 6">
              <a:extLst>
                <a:ext uri="{FF2B5EF4-FFF2-40B4-BE49-F238E27FC236}">
                  <a16:creationId xmlns:a16="http://schemas.microsoft.com/office/drawing/2014/main" id="{9B3B21B9-2870-497E-829A-0CC4F700846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8" name="Freeform: Shape 7">
              <a:extLst>
                <a:ext uri="{FF2B5EF4-FFF2-40B4-BE49-F238E27FC236}">
                  <a16:creationId xmlns:a16="http://schemas.microsoft.com/office/drawing/2014/main" id="{909A199D-FF1B-459F-930B-A6D196E86E30}"/>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9" name="Freeform: Shape 8">
              <a:extLst>
                <a:ext uri="{FF2B5EF4-FFF2-40B4-BE49-F238E27FC236}">
                  <a16:creationId xmlns:a16="http://schemas.microsoft.com/office/drawing/2014/main" id="{47E0149D-5979-466E-A1C2-993EA08A6504}"/>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10" name="Freeform: Shape 9">
              <a:extLst>
                <a:ext uri="{FF2B5EF4-FFF2-40B4-BE49-F238E27FC236}">
                  <a16:creationId xmlns:a16="http://schemas.microsoft.com/office/drawing/2014/main" id="{41FDA39F-7BD7-4DDD-9428-51E38CD97ED1}"/>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11" name="Title 1">
            <a:extLst>
              <a:ext uri="{FF2B5EF4-FFF2-40B4-BE49-F238E27FC236}">
                <a16:creationId xmlns:a16="http://schemas.microsoft.com/office/drawing/2014/main" id="{EB1A75F4-7B0E-4667-A4CC-A89FC6C5DDD6}"/>
              </a:ext>
            </a:extLst>
          </p:cNvPr>
          <p:cNvSpPr>
            <a:spLocks noGrp="1"/>
          </p:cNvSpPr>
          <p:nvPr>
            <p:ph type="title"/>
          </p:nvPr>
        </p:nvSpPr>
        <p:spPr>
          <a:xfrm>
            <a:off x="1198182" y="559814"/>
            <a:ext cx="9795636" cy="1335662"/>
          </a:xfrm>
          <a:prstGeom prst="rect">
            <a:avLst/>
          </a:prstGeom>
        </p:spPr>
        <p:txBody>
          <a:bodyPr/>
          <a:lstStyle>
            <a:lvl1pPr algn="ctr">
              <a:defRPr/>
            </a:lvl1pPr>
          </a:lstStyle>
          <a:p>
            <a:pPr>
              <a:lnSpc>
                <a:spcPct val="100000"/>
              </a:lnSpc>
            </a:pPr>
            <a:endParaRPr lang="en-US"/>
          </a:p>
        </p:txBody>
      </p:sp>
      <p:sp>
        <p:nvSpPr>
          <p:cNvPr id="24" name="Text Placeholder 30">
            <a:extLst>
              <a:ext uri="{FF2B5EF4-FFF2-40B4-BE49-F238E27FC236}">
                <a16:creationId xmlns:a16="http://schemas.microsoft.com/office/drawing/2014/main" id="{BD1F0F39-9F6D-4B25-8117-CC1868D8FD93}"/>
              </a:ext>
            </a:extLst>
          </p:cNvPr>
          <p:cNvSpPr>
            <a:spLocks noGrp="1"/>
          </p:cNvSpPr>
          <p:nvPr>
            <p:ph type="body" sz="quarter" idx="13" hasCustomPrompt="1"/>
          </p:nvPr>
        </p:nvSpPr>
        <p:spPr>
          <a:xfrm>
            <a:off x="842044" y="2107496"/>
            <a:ext cx="3327366"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12" name="Content Placeholder 2">
            <a:extLst>
              <a:ext uri="{FF2B5EF4-FFF2-40B4-BE49-F238E27FC236}">
                <a16:creationId xmlns:a16="http://schemas.microsoft.com/office/drawing/2014/main" id="{4F61A9F3-10B2-440F-8037-9098D468B838}"/>
              </a:ext>
            </a:extLst>
          </p:cNvPr>
          <p:cNvSpPr>
            <a:spLocks noGrp="1"/>
          </p:cNvSpPr>
          <p:nvPr>
            <p:ph idx="1"/>
          </p:nvPr>
        </p:nvSpPr>
        <p:spPr>
          <a:xfrm>
            <a:off x="841937" y="2717782"/>
            <a:ext cx="3319569" cy="3365605"/>
          </a:xfrm>
          <a:prstGeom prst="rect">
            <a:avLst/>
          </a:prstGeom>
        </p:spPr>
        <p:txBody>
          <a:bodyPr>
            <a:normAutofit/>
          </a:bodyPr>
          <a:lstStyle>
            <a:lvl1pPr>
              <a:lnSpc>
                <a:spcPct val="100000"/>
              </a:lnSpc>
              <a:defRPr sz="1800"/>
            </a:lvl1pPr>
          </a:lstStyle>
          <a:p>
            <a:pPr>
              <a:lnSpc>
                <a:spcPct val="110000"/>
              </a:lnSpc>
            </a:pPr>
            <a:endParaRPr lang="en-US" sz="1800"/>
          </a:p>
        </p:txBody>
      </p:sp>
      <p:grpSp>
        <p:nvGrpSpPr>
          <p:cNvPr id="13" name="Bottom Right">
            <a:extLst>
              <a:ext uri="{FF2B5EF4-FFF2-40B4-BE49-F238E27FC236}">
                <a16:creationId xmlns:a16="http://schemas.microsoft.com/office/drawing/2014/main" id="{42796FA7-0B8D-4A6A-B372-11F871284261}"/>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14" name="Freeform: Shape 13">
              <a:extLst>
                <a:ext uri="{FF2B5EF4-FFF2-40B4-BE49-F238E27FC236}">
                  <a16:creationId xmlns:a16="http://schemas.microsoft.com/office/drawing/2014/main" id="{4E9DEDEF-994C-4A05-BAA2-67F5BD83498A}"/>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15" name="Graphic 157">
              <a:extLst>
                <a:ext uri="{FF2B5EF4-FFF2-40B4-BE49-F238E27FC236}">
                  <a16:creationId xmlns:a16="http://schemas.microsoft.com/office/drawing/2014/main" id="{BB94129B-E855-47D6-9855-B7BBA9196577}"/>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17" name="Freeform: Shape 16">
                <a:extLst>
                  <a:ext uri="{FF2B5EF4-FFF2-40B4-BE49-F238E27FC236}">
                    <a16:creationId xmlns:a16="http://schemas.microsoft.com/office/drawing/2014/main" id="{F51AB20C-DF56-47C5-896F-0DB80D03FDC8}"/>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FDCBD64-0658-4106-89B1-85886D501AF4}"/>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B4A46042-D02F-49E2-94BE-4343D185C109}"/>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3BB3FF94-2A73-4E66-B0F7-52680ACEE507}"/>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F248489-3035-4F9D-B606-06A95BB4E166}"/>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0689AA6E-4D9C-4F1F-8400-646DBC1DEB4D}"/>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4D905AEC-08D4-41F2-AD1B-63851B364937}"/>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16" name="Freeform: Shape 15">
              <a:extLst>
                <a:ext uri="{FF2B5EF4-FFF2-40B4-BE49-F238E27FC236}">
                  <a16:creationId xmlns:a16="http://schemas.microsoft.com/office/drawing/2014/main" id="{F599A04F-CD3E-4093-A4F6-84E34675CF94}"/>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3" name="Text Placeholder 30">
            <a:extLst>
              <a:ext uri="{FF2B5EF4-FFF2-40B4-BE49-F238E27FC236}">
                <a16:creationId xmlns:a16="http://schemas.microsoft.com/office/drawing/2014/main" id="{CAD7B113-A329-4BA2-AFE9-605C0245BE80}"/>
              </a:ext>
            </a:extLst>
          </p:cNvPr>
          <p:cNvSpPr>
            <a:spLocks noGrp="1"/>
          </p:cNvSpPr>
          <p:nvPr>
            <p:ph type="body" sz="quarter" idx="17" hasCustomPrompt="1"/>
          </p:nvPr>
        </p:nvSpPr>
        <p:spPr>
          <a:xfrm>
            <a:off x="4423061" y="2107496"/>
            <a:ext cx="3327366"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32" name="Content Placeholder 2">
            <a:extLst>
              <a:ext uri="{FF2B5EF4-FFF2-40B4-BE49-F238E27FC236}">
                <a16:creationId xmlns:a16="http://schemas.microsoft.com/office/drawing/2014/main" id="{8D6DC0D7-6E45-4762-A081-2A9D1DF03B9B}"/>
              </a:ext>
            </a:extLst>
          </p:cNvPr>
          <p:cNvSpPr>
            <a:spLocks noGrp="1"/>
          </p:cNvSpPr>
          <p:nvPr>
            <p:ph idx="16"/>
          </p:nvPr>
        </p:nvSpPr>
        <p:spPr>
          <a:xfrm>
            <a:off x="4422954" y="2717782"/>
            <a:ext cx="3319569" cy="3365605"/>
          </a:xfrm>
          <a:prstGeom prst="rect">
            <a:avLst/>
          </a:prstGeom>
        </p:spPr>
        <p:txBody>
          <a:bodyPr>
            <a:normAutofit/>
          </a:bodyPr>
          <a:lstStyle>
            <a:lvl1pPr>
              <a:lnSpc>
                <a:spcPct val="100000"/>
              </a:lnSpc>
              <a:defRPr sz="1800"/>
            </a:lvl1pPr>
          </a:lstStyle>
          <a:p>
            <a:pPr>
              <a:lnSpc>
                <a:spcPct val="110000"/>
              </a:lnSpc>
            </a:pPr>
            <a:endParaRPr lang="en-US" sz="1800"/>
          </a:p>
        </p:txBody>
      </p:sp>
      <p:sp>
        <p:nvSpPr>
          <p:cNvPr id="31" name="Text Placeholder 30">
            <a:extLst>
              <a:ext uri="{FF2B5EF4-FFF2-40B4-BE49-F238E27FC236}">
                <a16:creationId xmlns:a16="http://schemas.microsoft.com/office/drawing/2014/main" id="{52827B4A-2F73-4A8C-9EB2-DE175123E916}"/>
              </a:ext>
            </a:extLst>
          </p:cNvPr>
          <p:cNvSpPr>
            <a:spLocks noGrp="1"/>
          </p:cNvSpPr>
          <p:nvPr>
            <p:ph type="body" sz="quarter" idx="15" hasCustomPrompt="1"/>
          </p:nvPr>
        </p:nvSpPr>
        <p:spPr>
          <a:xfrm>
            <a:off x="8016137" y="2107496"/>
            <a:ext cx="3327366" cy="597604"/>
          </a:xfrm>
          <a:prstGeom prst="rect">
            <a:avLst/>
          </a:prstGeom>
        </p:spPr>
        <p:txBody>
          <a:bodyPr/>
          <a:lstStyle>
            <a:lvl1pPr marL="0" indent="0">
              <a:buNone/>
              <a:defRPr sz="2400" b="1">
                <a:solidFill>
                  <a:schemeClr val="accent1"/>
                </a:solidFill>
              </a:defRPr>
            </a:lvl1pPr>
          </a:lstStyle>
          <a:p>
            <a:pPr lvl="0"/>
            <a:r>
              <a:rPr lang="en-US"/>
              <a:t>Click to add subtitle</a:t>
            </a:r>
          </a:p>
        </p:txBody>
      </p:sp>
      <p:sp>
        <p:nvSpPr>
          <p:cNvPr id="30" name="Content Placeholder 2">
            <a:extLst>
              <a:ext uri="{FF2B5EF4-FFF2-40B4-BE49-F238E27FC236}">
                <a16:creationId xmlns:a16="http://schemas.microsoft.com/office/drawing/2014/main" id="{5274DFA3-F7E2-4525-B0FD-F36F75AC670C}"/>
              </a:ext>
            </a:extLst>
          </p:cNvPr>
          <p:cNvSpPr>
            <a:spLocks noGrp="1"/>
          </p:cNvSpPr>
          <p:nvPr>
            <p:ph idx="14"/>
          </p:nvPr>
        </p:nvSpPr>
        <p:spPr>
          <a:xfrm>
            <a:off x="8016030" y="2717782"/>
            <a:ext cx="3319569" cy="3365605"/>
          </a:xfrm>
          <a:prstGeom prst="rect">
            <a:avLst/>
          </a:prstGeom>
        </p:spPr>
        <p:txBody>
          <a:bodyPr>
            <a:normAutofit/>
          </a:bodyPr>
          <a:lstStyle>
            <a:lvl1pPr>
              <a:lnSpc>
                <a:spcPct val="100000"/>
              </a:lnSpc>
              <a:defRPr sz="1800"/>
            </a:lvl1pPr>
          </a:lstStyle>
          <a:p>
            <a:pPr>
              <a:lnSpc>
                <a:spcPct val="110000"/>
              </a:lnSpc>
            </a:pPr>
            <a:endParaRPr lang="en-US" sz="1800"/>
          </a:p>
        </p:txBody>
      </p:sp>
      <p:sp>
        <p:nvSpPr>
          <p:cNvPr id="25" name="Date Placeholder 8">
            <a:extLst>
              <a:ext uri="{FF2B5EF4-FFF2-40B4-BE49-F238E27FC236}">
                <a16:creationId xmlns:a16="http://schemas.microsoft.com/office/drawing/2014/main" id="{D7DADA0B-95F3-437B-BB04-284E5066D32A}"/>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26" name="Footer Placeholder 9">
            <a:extLst>
              <a:ext uri="{FF2B5EF4-FFF2-40B4-BE49-F238E27FC236}">
                <a16:creationId xmlns:a16="http://schemas.microsoft.com/office/drawing/2014/main" id="{79EB3AB4-7EA2-4CAC-A6BD-9D885C89758B}"/>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27" name="Slide Number Placeholder 10">
            <a:extLst>
              <a:ext uri="{FF2B5EF4-FFF2-40B4-BE49-F238E27FC236}">
                <a16:creationId xmlns:a16="http://schemas.microsoft.com/office/drawing/2014/main" id="{5F4C612D-28B2-4621-BF60-4C517747AD56}"/>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8361546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ummary">
    <p:bg>
      <p:bgPr>
        <a:solidFill>
          <a:schemeClr val="bg2"/>
        </a:solidFill>
        <a:effectLst/>
      </p:bgPr>
    </p:bg>
    <p:spTree>
      <p:nvGrpSpPr>
        <p:cNvPr id="1" name=""/>
        <p:cNvGrpSpPr/>
        <p:nvPr/>
      </p:nvGrpSpPr>
      <p:grpSpPr>
        <a:xfrm>
          <a:off x="0" y="0"/>
          <a:ext cx="0" cy="0"/>
          <a:chOff x="0" y="0"/>
          <a:chExt cx="0" cy="0"/>
        </a:xfrm>
      </p:grpSpPr>
      <p:grpSp>
        <p:nvGrpSpPr>
          <p:cNvPr id="17" name="Bottom Right">
            <a:extLst>
              <a:ext uri="{FF2B5EF4-FFF2-40B4-BE49-F238E27FC236}">
                <a16:creationId xmlns:a16="http://schemas.microsoft.com/office/drawing/2014/main" id="{87D6C0D7-A737-43ED-826C-2CA4342FDC1F}"/>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18" name="Freeform: Shape 17">
              <a:extLst>
                <a:ext uri="{FF2B5EF4-FFF2-40B4-BE49-F238E27FC236}">
                  <a16:creationId xmlns:a16="http://schemas.microsoft.com/office/drawing/2014/main" id="{CCA11D72-A324-4CBE-81EF-0749941030E0}"/>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19" name="Graphic 157">
              <a:extLst>
                <a:ext uri="{FF2B5EF4-FFF2-40B4-BE49-F238E27FC236}">
                  <a16:creationId xmlns:a16="http://schemas.microsoft.com/office/drawing/2014/main" id="{9D281BC3-CDBE-4B5A-BC91-05B7893FA143}"/>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21" name="Freeform: Shape 20">
                <a:extLst>
                  <a:ext uri="{FF2B5EF4-FFF2-40B4-BE49-F238E27FC236}">
                    <a16:creationId xmlns:a16="http://schemas.microsoft.com/office/drawing/2014/main" id="{161F2C16-D16B-4E77-A7C3-F034E339C8E3}"/>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6384EDC3-48C8-4B4E-9475-A04F1DD7E3F6}"/>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2DE50AA-70A1-42B0-9A48-90179EFB9F89}"/>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B45B8FC7-7430-4175-B520-9EBD801FD290}"/>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AB71D997-36EB-47F1-AA27-4D84A7630728}"/>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37933934-0680-4A62-B61F-E3A67308AAD6}"/>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E017FEEF-F8AC-41EC-ABC5-915B19B1AB9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0" name="Freeform: Shape 19">
              <a:extLst>
                <a:ext uri="{FF2B5EF4-FFF2-40B4-BE49-F238E27FC236}">
                  <a16:creationId xmlns:a16="http://schemas.microsoft.com/office/drawing/2014/main" id="{370A86BE-FF1E-4233-818E-C14D21E7BAA4}"/>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7" name="Top Left">
            <a:extLst>
              <a:ext uri="{FF2B5EF4-FFF2-40B4-BE49-F238E27FC236}">
                <a16:creationId xmlns:a16="http://schemas.microsoft.com/office/drawing/2014/main" id="{A64EEEED-5E70-4887-BF25-521AD226CC77}"/>
              </a:ext>
              <a:ext uri="{C183D7F6-B498-43B3-948B-1728B52AA6E4}">
                <adec:decorative xmlns:adec="http://schemas.microsoft.com/office/drawing/2017/decorative" val="1"/>
              </a:ext>
            </a:extLst>
          </p:cNvPr>
          <p:cNvGrpSpPr/>
          <p:nvPr userDrawn="1"/>
        </p:nvGrpSpPr>
        <p:grpSpPr>
          <a:xfrm>
            <a:off x="10849" y="-3086"/>
            <a:ext cx="2198951" cy="3349518"/>
            <a:chOff x="10849" y="-3086"/>
            <a:chExt cx="2198951" cy="3349518"/>
          </a:xfrm>
        </p:grpSpPr>
        <p:sp>
          <p:nvSpPr>
            <p:cNvPr id="38" name="Freeform: Shape 37">
              <a:extLst>
                <a:ext uri="{FF2B5EF4-FFF2-40B4-BE49-F238E27FC236}">
                  <a16:creationId xmlns:a16="http://schemas.microsoft.com/office/drawing/2014/main" id="{C91FCFBD-2F49-483C-B742-FF146DCA4FD1}"/>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39" name="Freeform: Shape 38">
              <a:extLst>
                <a:ext uri="{FF2B5EF4-FFF2-40B4-BE49-F238E27FC236}">
                  <a16:creationId xmlns:a16="http://schemas.microsoft.com/office/drawing/2014/main" id="{62F0911B-F120-4420-AA06-AD353E1767EE}"/>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0" name="Freeform: Shape 39">
              <a:extLst>
                <a:ext uri="{FF2B5EF4-FFF2-40B4-BE49-F238E27FC236}">
                  <a16:creationId xmlns:a16="http://schemas.microsoft.com/office/drawing/2014/main" id="{6F9966F6-9C92-4F47-B467-5A8E5ED4787D}"/>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1" name="Freeform: Shape 40">
              <a:extLst>
                <a:ext uri="{FF2B5EF4-FFF2-40B4-BE49-F238E27FC236}">
                  <a16:creationId xmlns:a16="http://schemas.microsoft.com/office/drawing/2014/main" id="{C362B109-529A-404A-884A-8E710062A1A9}"/>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2" name="Freeform: Shape 41">
              <a:extLst>
                <a:ext uri="{FF2B5EF4-FFF2-40B4-BE49-F238E27FC236}">
                  <a16:creationId xmlns:a16="http://schemas.microsoft.com/office/drawing/2014/main" id="{AE9B88E9-C70C-4258-B3BA-A8779F3BE493}"/>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3" name="Freeform: Shape 42">
              <a:extLst>
                <a:ext uri="{FF2B5EF4-FFF2-40B4-BE49-F238E27FC236}">
                  <a16:creationId xmlns:a16="http://schemas.microsoft.com/office/drawing/2014/main" id="{6255D292-A4F0-46F0-9AB1-39848FAB066C}"/>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D52C09E6-F356-45FC-BD84-6DCA0DA0B6D9}"/>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5578C025-F0CB-42E1-9FCA-C1FD0EF38FE3}"/>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46" name="Title 1">
            <a:extLst>
              <a:ext uri="{FF2B5EF4-FFF2-40B4-BE49-F238E27FC236}">
                <a16:creationId xmlns:a16="http://schemas.microsoft.com/office/drawing/2014/main" id="{56035778-0626-4342-AA4C-D8F9F76EE167}"/>
              </a:ext>
            </a:extLst>
          </p:cNvPr>
          <p:cNvSpPr>
            <a:spLocks noGrp="1"/>
          </p:cNvSpPr>
          <p:nvPr>
            <p:ph type="title"/>
          </p:nvPr>
        </p:nvSpPr>
        <p:spPr>
          <a:xfrm>
            <a:off x="1198182" y="559813"/>
            <a:ext cx="4987809" cy="1664573"/>
          </a:xfrm>
          <a:prstGeom prst="rect">
            <a:avLst/>
          </a:prstGeom>
        </p:spPr>
        <p:txBody>
          <a:bodyPr/>
          <a:lstStyle/>
          <a:p>
            <a:pPr>
              <a:lnSpc>
                <a:spcPct val="100000"/>
              </a:lnSpc>
            </a:pPr>
            <a:endParaRPr lang="en-US"/>
          </a:p>
        </p:txBody>
      </p:sp>
      <p:sp>
        <p:nvSpPr>
          <p:cNvPr id="47" name="Content Placeholder 2">
            <a:extLst>
              <a:ext uri="{FF2B5EF4-FFF2-40B4-BE49-F238E27FC236}">
                <a16:creationId xmlns:a16="http://schemas.microsoft.com/office/drawing/2014/main" id="{9698C764-7CE3-448C-B388-39B815517E51}"/>
              </a:ext>
            </a:extLst>
          </p:cNvPr>
          <p:cNvSpPr>
            <a:spLocks noGrp="1"/>
          </p:cNvSpPr>
          <p:nvPr>
            <p:ph idx="1"/>
          </p:nvPr>
        </p:nvSpPr>
        <p:spPr>
          <a:xfrm>
            <a:off x="1185756" y="2384474"/>
            <a:ext cx="4987488" cy="3728613"/>
          </a:xfrm>
          <a:prstGeom prst="rect">
            <a:avLst/>
          </a:prstGeom>
        </p:spPr>
        <p:txBody>
          <a:bodyPr>
            <a:normAutofit/>
          </a:bodyPr>
          <a:lstStyle>
            <a:lvl1pPr marL="0" indent="0">
              <a:lnSpc>
                <a:spcPct val="100000"/>
              </a:lnSpc>
              <a:buNone/>
              <a:defRPr sz="1800"/>
            </a:lvl1pPr>
          </a:lstStyle>
          <a:p>
            <a:pPr>
              <a:lnSpc>
                <a:spcPct val="110000"/>
              </a:lnSpc>
            </a:pPr>
            <a:endParaRPr lang="en-US" sz="1800"/>
          </a:p>
        </p:txBody>
      </p:sp>
      <p:sp>
        <p:nvSpPr>
          <p:cNvPr id="62" name="Picture Placeholder 61">
            <a:extLst>
              <a:ext uri="{FF2B5EF4-FFF2-40B4-BE49-F238E27FC236}">
                <a16:creationId xmlns:a16="http://schemas.microsoft.com/office/drawing/2014/main" id="{75903FF3-B1FC-4719-8686-C6F5099E3605}"/>
              </a:ext>
            </a:extLst>
          </p:cNvPr>
          <p:cNvSpPr>
            <a:spLocks noGrp="1"/>
          </p:cNvSpPr>
          <p:nvPr>
            <p:ph type="pic" sz="quarter" idx="13"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sz="2000"/>
            </a:lvl1pPr>
          </a:lstStyle>
          <a:p>
            <a:r>
              <a:rPr lang="en-US"/>
              <a:t>Insert photo here</a:t>
            </a:r>
          </a:p>
        </p:txBody>
      </p:sp>
      <p:sp>
        <p:nvSpPr>
          <p:cNvPr id="59" name="Date Placeholder 8">
            <a:extLst>
              <a:ext uri="{FF2B5EF4-FFF2-40B4-BE49-F238E27FC236}">
                <a16:creationId xmlns:a16="http://schemas.microsoft.com/office/drawing/2014/main" id="{A82599B9-EBEF-4011-9E38-FC40FF7B0201}"/>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60" name="Footer Placeholder 9">
            <a:extLst>
              <a:ext uri="{FF2B5EF4-FFF2-40B4-BE49-F238E27FC236}">
                <a16:creationId xmlns:a16="http://schemas.microsoft.com/office/drawing/2014/main" id="{851C129C-6681-4E11-B9FE-9F5FFF5436B7}"/>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61" name="Slide Number Placeholder 10">
            <a:extLst>
              <a:ext uri="{FF2B5EF4-FFF2-40B4-BE49-F238E27FC236}">
                <a16:creationId xmlns:a16="http://schemas.microsoft.com/office/drawing/2014/main" id="{DC6D20C1-D99F-47B0-B1F7-EA8101F8CD56}"/>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4459434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2"/>
        </a:solidFill>
        <a:effectLst/>
      </p:bgPr>
    </p:bg>
    <p:spTree>
      <p:nvGrpSpPr>
        <p:cNvPr id="1" name=""/>
        <p:cNvGrpSpPr/>
        <p:nvPr/>
      </p:nvGrpSpPr>
      <p:grpSpPr>
        <a:xfrm>
          <a:off x="0" y="0"/>
          <a:ext cx="0" cy="0"/>
          <a:chOff x="0" y="0"/>
          <a:chExt cx="0" cy="0"/>
        </a:xfrm>
      </p:grpSpPr>
      <p:grpSp>
        <p:nvGrpSpPr>
          <p:cNvPr id="28" name="Bottom Right">
            <a:extLst>
              <a:ext uri="{FF2B5EF4-FFF2-40B4-BE49-F238E27FC236}">
                <a16:creationId xmlns:a16="http://schemas.microsoft.com/office/drawing/2014/main" id="{562BD150-E869-44AC-B0E8-35618F795B53}"/>
              </a:ext>
              <a:ext uri="{C183D7F6-B498-43B3-948B-1728B52AA6E4}">
                <adec:decorative xmlns:adec="http://schemas.microsoft.com/office/drawing/2017/decorative" val="1"/>
              </a:ext>
            </a:extLst>
          </p:cNvPr>
          <p:cNvGrpSpPr/>
          <p:nvPr userDrawn="1"/>
        </p:nvGrpSpPr>
        <p:grpSpPr>
          <a:xfrm>
            <a:off x="7980400" y="3276601"/>
            <a:ext cx="4211600" cy="3581399"/>
            <a:chOff x="7980400" y="3276601"/>
            <a:chExt cx="4211600" cy="3581399"/>
          </a:xfrm>
        </p:grpSpPr>
        <p:sp>
          <p:nvSpPr>
            <p:cNvPr id="29" name="Freeform: Shape 28">
              <a:extLst>
                <a:ext uri="{FF2B5EF4-FFF2-40B4-BE49-F238E27FC236}">
                  <a16:creationId xmlns:a16="http://schemas.microsoft.com/office/drawing/2014/main" id="{FF918A15-3E7F-42BB-83AB-473EF76AB0CE}"/>
                </a:ext>
                <a:ext uri="{C183D7F6-B498-43B3-948B-1728B52AA6E4}">
                  <adec:decorative xmlns:adec="http://schemas.microsoft.com/office/drawing/2017/decorative" val="1"/>
                </a:ext>
              </a:extLst>
            </p:cNvPr>
            <p:cNvSpPr/>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30" name="Graphic 157">
              <a:extLst>
                <a:ext uri="{FF2B5EF4-FFF2-40B4-BE49-F238E27FC236}">
                  <a16:creationId xmlns:a16="http://schemas.microsoft.com/office/drawing/2014/main" id="{1AA9D900-7A0C-4788-85E0-9329B727A147}"/>
                </a:ext>
                <a:ext uri="{C183D7F6-B498-43B3-948B-1728B52AA6E4}">
                  <adec:decorative xmlns:adec="http://schemas.microsoft.com/office/drawing/2017/decorative" val="1"/>
                </a:ext>
              </a:extLst>
            </p:cNvPr>
            <p:cNvGrpSpPr/>
            <p:nvPr/>
          </p:nvGrpSpPr>
          <p:grpSpPr>
            <a:xfrm>
              <a:off x="8662740" y="3276601"/>
              <a:ext cx="3529260" cy="3581399"/>
              <a:chOff x="4114800" y="1423987"/>
              <a:chExt cx="3961542" cy="4007547"/>
            </a:xfrm>
            <a:noFill/>
          </p:grpSpPr>
          <p:sp>
            <p:nvSpPr>
              <p:cNvPr id="33" name="Freeform: Shape 32">
                <a:extLst>
                  <a:ext uri="{FF2B5EF4-FFF2-40B4-BE49-F238E27FC236}">
                    <a16:creationId xmlns:a16="http://schemas.microsoft.com/office/drawing/2014/main" id="{839D0A43-40DB-4967-BF0C-05CB54D3DF2C}"/>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F6C7E54F-930C-4B8D-9CE6-DCC37269B132}"/>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A4F6F66D-CC67-443B-9CB5-FFD695ED4518}"/>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6B392295-CB7C-4805-B4B1-AC7531AC270A}"/>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91ADCAAB-0B5C-4495-8D5D-32C87A21407D}"/>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8F02E2A1-7B5F-4C33-98CD-98E24B61EFFB}"/>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7577F4AD-5552-4A2F-A3FA-67834BF96FBE}"/>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31" name="Freeform: Shape 30">
              <a:extLst>
                <a:ext uri="{FF2B5EF4-FFF2-40B4-BE49-F238E27FC236}">
                  <a16:creationId xmlns:a16="http://schemas.microsoft.com/office/drawing/2014/main" id="{C17EE90C-247C-4F8E-9B86-BD7E31F126A3}"/>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2" name="Title 1">
            <a:extLst>
              <a:ext uri="{FF2B5EF4-FFF2-40B4-BE49-F238E27FC236}">
                <a16:creationId xmlns:a16="http://schemas.microsoft.com/office/drawing/2014/main" id="{985E1522-3C37-44A6-81DC-1BF369AF0B54}"/>
              </a:ext>
            </a:extLst>
          </p:cNvPr>
          <p:cNvSpPr>
            <a:spLocks noGrp="1"/>
          </p:cNvSpPr>
          <p:nvPr>
            <p:ph type="ctrTitle"/>
          </p:nvPr>
        </p:nvSpPr>
        <p:spPr>
          <a:xfrm>
            <a:off x="996275" y="4098524"/>
            <a:ext cx="5996628" cy="2226076"/>
          </a:xfrm>
          <a:prstGeom prst="rect">
            <a:avLst/>
          </a:prstGeom>
        </p:spPr>
        <p:txBody>
          <a:bodyPr anchor="ctr">
            <a:normAutofit/>
          </a:bodyPr>
          <a:lstStyle/>
          <a:p>
            <a:pPr algn="l"/>
            <a:endParaRPr lang="en-US" sz="5400">
              <a:cs typeface="Posterama" panose="020B0504020200020000" pitchFamily="34" charset="0"/>
            </a:endParaRPr>
          </a:p>
        </p:txBody>
      </p:sp>
      <p:sp>
        <p:nvSpPr>
          <p:cNvPr id="44" name="Subtitle 2">
            <a:extLst>
              <a:ext uri="{FF2B5EF4-FFF2-40B4-BE49-F238E27FC236}">
                <a16:creationId xmlns:a16="http://schemas.microsoft.com/office/drawing/2014/main" id="{5048357E-69C2-4F32-8C47-3D84340F6190}"/>
              </a:ext>
            </a:extLst>
          </p:cNvPr>
          <p:cNvSpPr>
            <a:spLocks noGrp="1"/>
          </p:cNvSpPr>
          <p:nvPr>
            <p:ph type="subTitle" idx="1"/>
          </p:nvPr>
        </p:nvSpPr>
        <p:spPr>
          <a:xfrm>
            <a:off x="7185430" y="4085112"/>
            <a:ext cx="3997745" cy="2228758"/>
          </a:xfrm>
          <a:prstGeom prst="rect">
            <a:avLst/>
          </a:prstGeom>
        </p:spPr>
        <p:txBody>
          <a:bodyPr anchor="ctr"/>
          <a:lstStyle/>
          <a:p>
            <a:pPr algn="l">
              <a:lnSpc>
                <a:spcPct val="110000"/>
              </a:lnSpc>
            </a:pPr>
            <a:endParaRPr lang="en-US" sz="2200">
              <a:cs typeface="Segoe UI Semilight" panose="020B0402040204020203" pitchFamily="34" charset="0"/>
            </a:endParaRPr>
          </a:p>
        </p:txBody>
      </p:sp>
      <p:sp>
        <p:nvSpPr>
          <p:cNvPr id="63" name="Date Placeholder 8">
            <a:extLst>
              <a:ext uri="{FF2B5EF4-FFF2-40B4-BE49-F238E27FC236}">
                <a16:creationId xmlns:a16="http://schemas.microsoft.com/office/drawing/2014/main" id="{0CB3C12F-97EC-48F0-B4FC-924D91ECF3A6}"/>
              </a:ext>
            </a:extLst>
          </p:cNvPr>
          <p:cNvSpPr>
            <a:spLocks noGrp="1"/>
          </p:cNvSpPr>
          <p:nvPr>
            <p:ph type="dt" sz="half" idx="10"/>
          </p:nvPr>
        </p:nvSpPr>
        <p:spPr>
          <a:xfrm>
            <a:off x="838200" y="6356350"/>
            <a:ext cx="2743200" cy="365125"/>
          </a:xfrm>
          <a:prstGeom prst="rect">
            <a:avLst/>
          </a:prstGeom>
        </p:spPr>
        <p:txBody>
          <a:bodyPr/>
          <a:lstStyle>
            <a:lvl1pPr>
              <a:defRPr sz="900" spc="200" baseline="0">
                <a:solidFill>
                  <a:schemeClr val="accent1"/>
                </a:solidFill>
                <a:effectLst/>
              </a:defRPr>
            </a:lvl1pPr>
          </a:lstStyle>
          <a:p>
            <a:r>
              <a:rPr lang="en-US"/>
              <a:t>2/2/20XX</a:t>
            </a:r>
          </a:p>
        </p:txBody>
      </p:sp>
      <p:sp>
        <p:nvSpPr>
          <p:cNvPr id="64" name="Footer Placeholder 9">
            <a:extLst>
              <a:ext uri="{FF2B5EF4-FFF2-40B4-BE49-F238E27FC236}">
                <a16:creationId xmlns:a16="http://schemas.microsoft.com/office/drawing/2014/main" id="{E3780E67-8AD7-4AB6-880C-281395A8EE02}"/>
              </a:ext>
            </a:extLst>
          </p:cNvPr>
          <p:cNvSpPr>
            <a:spLocks noGrp="1"/>
          </p:cNvSpPr>
          <p:nvPr>
            <p:ph type="ftr" sz="quarter" idx="11"/>
          </p:nvPr>
        </p:nvSpPr>
        <p:spPr>
          <a:xfrm>
            <a:off x="4038600" y="6356350"/>
            <a:ext cx="4114800" cy="365125"/>
          </a:xfrm>
          <a:prstGeom prst="rect">
            <a:avLst/>
          </a:prstGeom>
        </p:spPr>
        <p:txBody>
          <a:bodyPr/>
          <a:lstStyle>
            <a:lvl1pPr algn="ctr">
              <a:defRPr sz="900" spc="200" baseline="0">
                <a:solidFill>
                  <a:schemeClr val="accent1"/>
                </a:solidFill>
                <a:effectLst/>
              </a:defRPr>
            </a:lvl1pPr>
          </a:lstStyle>
          <a:p>
            <a:r>
              <a:rPr lang="en-US"/>
              <a:t>PRESENTATION TITLE</a:t>
            </a:r>
          </a:p>
        </p:txBody>
      </p:sp>
      <p:sp>
        <p:nvSpPr>
          <p:cNvPr id="65" name="Slide Number Placeholder 10">
            <a:extLst>
              <a:ext uri="{FF2B5EF4-FFF2-40B4-BE49-F238E27FC236}">
                <a16:creationId xmlns:a16="http://schemas.microsoft.com/office/drawing/2014/main" id="{28F5F854-E7C5-4C18-A6E1-ECEF9BDE586F}"/>
              </a:ext>
            </a:extLst>
          </p:cNvPr>
          <p:cNvSpPr>
            <a:spLocks noGrp="1"/>
          </p:cNvSpPr>
          <p:nvPr>
            <p:ph type="sldNum" sz="quarter" idx="12"/>
          </p:nvPr>
        </p:nvSpPr>
        <p:spPr>
          <a:xfrm>
            <a:off x="9906000" y="6356350"/>
            <a:ext cx="1447800" cy="365125"/>
          </a:xfrm>
          <a:prstGeom prst="rect">
            <a:avLst/>
          </a:prstGeom>
        </p:spPr>
        <p:txBody>
          <a:bodyPr/>
          <a:lstStyle>
            <a:lvl1pPr algn="r">
              <a:defRPr sz="900" spc="200" baseline="0">
                <a:solidFill>
                  <a:schemeClr val="accent1"/>
                </a:solidFill>
                <a:effectLst/>
              </a:defRPr>
            </a:lvl1pPr>
          </a:lstStyle>
          <a:p>
            <a:fld id="{73B850FF-6169-4056-8077-06FFA93A5366}" type="slidenum">
              <a:rPr lang="en-US" smtClean="0"/>
              <a:pPr/>
              <a:t>‹#›</a:t>
            </a:fld>
            <a:endParaRPr lang="en-US"/>
          </a:p>
        </p:txBody>
      </p:sp>
      <p:sp>
        <p:nvSpPr>
          <p:cNvPr id="69" name="Picture Placeholder 68">
            <a:extLst>
              <a:ext uri="{FF2B5EF4-FFF2-40B4-BE49-F238E27FC236}">
                <a16:creationId xmlns:a16="http://schemas.microsoft.com/office/drawing/2014/main" id="{22FBEE11-58B3-429A-8DAC-6A64A613383D}"/>
              </a:ext>
            </a:extLst>
          </p:cNvPr>
          <p:cNvSpPr>
            <a:spLocks noGrp="1"/>
          </p:cNvSpPr>
          <p:nvPr>
            <p:ph type="pic" sz="quarter" idx="13" hasCustomPrompt="1"/>
          </p:nvPr>
        </p:nvSpPr>
        <p:spPr>
          <a:xfrm>
            <a:off x="619842" y="0"/>
            <a:ext cx="11084189" cy="3854030"/>
          </a:xfrm>
          <a:custGeom>
            <a:avLst/>
            <a:gdLst>
              <a:gd name="connsiteX0" fmla="*/ 0 w 11084189"/>
              <a:gd name="connsiteY0" fmla="*/ 0 h 3854030"/>
              <a:gd name="connsiteX1" fmla="*/ 11084189 w 11084189"/>
              <a:gd name="connsiteY1" fmla="*/ 0 h 3854030"/>
              <a:gd name="connsiteX2" fmla="*/ 11061525 w 11084189"/>
              <a:gd name="connsiteY2" fmla="*/ 105743 h 3854030"/>
              <a:gd name="connsiteX3" fmla="*/ 5542094 w 11084189"/>
              <a:gd name="connsiteY3" fmla="*/ 3854030 h 3854030"/>
              <a:gd name="connsiteX4" fmla="*/ 22663 w 11084189"/>
              <a:gd name="connsiteY4" fmla="*/ 105743 h 3854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4189" h="3854030">
                <a:moveTo>
                  <a:pt x="0" y="0"/>
                </a:moveTo>
                <a:lnTo>
                  <a:pt x="11084189" y="0"/>
                </a:lnTo>
                <a:lnTo>
                  <a:pt x="11061525" y="105743"/>
                </a:lnTo>
                <a:cubicBezTo>
                  <a:pt x="10536186" y="2244886"/>
                  <a:pt x="8264668" y="3854030"/>
                  <a:pt x="5542094" y="3854030"/>
                </a:cubicBezTo>
                <a:cubicBezTo>
                  <a:pt x="2819520" y="3854030"/>
                  <a:pt x="548002" y="2244886"/>
                  <a:pt x="22663" y="105743"/>
                </a:cubicBezTo>
                <a:close/>
              </a:path>
            </a:pathLst>
          </a:custGeom>
        </p:spPr>
        <p:txBody>
          <a:bodyPr wrap="square" anchor="ctr">
            <a:noAutofit/>
          </a:bodyPr>
          <a:lstStyle>
            <a:lvl1pPr marL="0" indent="0" algn="ctr">
              <a:buNone/>
              <a:defRPr sz="2000"/>
            </a:lvl1pPr>
          </a:lstStyle>
          <a:p>
            <a:r>
              <a:rPr lang="en-US"/>
              <a:t>Insert photo here</a:t>
            </a:r>
          </a:p>
        </p:txBody>
      </p:sp>
      <p:grpSp>
        <p:nvGrpSpPr>
          <p:cNvPr id="14" name="Top Left">
            <a:extLst>
              <a:ext uri="{FF2B5EF4-FFF2-40B4-BE49-F238E27FC236}">
                <a16:creationId xmlns:a16="http://schemas.microsoft.com/office/drawing/2014/main" id="{33360105-7353-4ECE-84E2-90AB638A30BC}"/>
              </a:ext>
              <a:ext uri="{C183D7F6-B498-43B3-948B-1728B52AA6E4}">
                <adec:decorative xmlns:adec="http://schemas.microsoft.com/office/drawing/2017/decorative" val="1"/>
              </a:ext>
            </a:extLst>
          </p:cNvPr>
          <p:cNvGrpSpPr/>
          <p:nvPr userDrawn="1"/>
        </p:nvGrpSpPr>
        <p:grpSpPr>
          <a:xfrm>
            <a:off x="10849" y="15178"/>
            <a:ext cx="2198951" cy="3331254"/>
            <a:chOff x="10849" y="15178"/>
            <a:chExt cx="2198951" cy="3331254"/>
          </a:xfrm>
        </p:grpSpPr>
        <p:sp>
          <p:nvSpPr>
            <p:cNvPr id="15" name="Freeform: Shape 14">
              <a:extLst>
                <a:ext uri="{FF2B5EF4-FFF2-40B4-BE49-F238E27FC236}">
                  <a16:creationId xmlns:a16="http://schemas.microsoft.com/office/drawing/2014/main" id="{9D5AB2A0-6800-4AD4-A205-3E8C1112BC30}"/>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12B26919-92C3-4374-AE4E-4317D65064C0}"/>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E46716C0-CAC5-41FA-B385-EBA8AFFDF128}"/>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BE7C1332-4CF7-41C1-ACC4-6C23744D478F}"/>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2C35C136-D3C6-42F1-840C-EE7B2BA3776E}"/>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BF98CB80-2DAC-44B7-B719-6DF8BC2DBB91}"/>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F0613FF3-B071-4C0E-B6E7-6815CCCC403A}"/>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22" name="Cross">
            <a:extLst>
              <a:ext uri="{FF2B5EF4-FFF2-40B4-BE49-F238E27FC236}">
                <a16:creationId xmlns:a16="http://schemas.microsoft.com/office/drawing/2014/main" id="{54409833-5EAC-4A40-B5BB-DE8282DD8E14}"/>
              </a:ext>
              <a:ext uri="{C183D7F6-B498-43B3-948B-1728B52AA6E4}">
                <adec:decorative xmlns:adec="http://schemas.microsoft.com/office/drawing/2017/decorative" val="1"/>
              </a:ext>
            </a:extLst>
          </p:cNvPr>
          <p:cNvGrpSpPr/>
          <p:nvPr userDrawn="1"/>
        </p:nvGrpSpPr>
        <p:grpSpPr>
          <a:xfrm>
            <a:off x="248476" y="143843"/>
            <a:ext cx="118872" cy="118872"/>
            <a:chOff x="1175347" y="3733800"/>
            <a:chExt cx="118872" cy="118872"/>
          </a:xfrm>
        </p:grpSpPr>
        <p:cxnSp>
          <p:nvCxnSpPr>
            <p:cNvPr id="23" name="Straight Connector 22">
              <a:extLst>
                <a:ext uri="{FF2B5EF4-FFF2-40B4-BE49-F238E27FC236}">
                  <a16:creationId xmlns:a16="http://schemas.microsoft.com/office/drawing/2014/main" id="{7B9F7703-741D-4FB8-8620-F3BBFF5A0157}"/>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EC34E00B-1518-4EAC-A170-4D2B5C23FB64}"/>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grpSp>
        <p:nvGrpSpPr>
          <p:cNvPr id="25" name="Cross">
            <a:extLst>
              <a:ext uri="{FF2B5EF4-FFF2-40B4-BE49-F238E27FC236}">
                <a16:creationId xmlns:a16="http://schemas.microsoft.com/office/drawing/2014/main" id="{CFFED490-4247-4E3E-8A2E-5AF8A14E680E}"/>
              </a:ext>
              <a:ext uri="{C183D7F6-B498-43B3-948B-1728B52AA6E4}">
                <adec:decorative xmlns:adec="http://schemas.microsoft.com/office/drawing/2017/decorative" val="1"/>
              </a:ext>
            </a:extLst>
          </p:cNvPr>
          <p:cNvGrpSpPr/>
          <p:nvPr userDrawn="1"/>
        </p:nvGrpSpPr>
        <p:grpSpPr>
          <a:xfrm>
            <a:off x="400876" y="296243"/>
            <a:ext cx="118872" cy="118872"/>
            <a:chOff x="1175347" y="3733800"/>
            <a:chExt cx="118872" cy="118872"/>
          </a:xfrm>
        </p:grpSpPr>
        <p:cxnSp>
          <p:nvCxnSpPr>
            <p:cNvPr id="26" name="Straight Connector 25">
              <a:extLst>
                <a:ext uri="{FF2B5EF4-FFF2-40B4-BE49-F238E27FC236}">
                  <a16:creationId xmlns:a16="http://schemas.microsoft.com/office/drawing/2014/main" id="{FA378251-A149-4A27-9D43-C6E87A300F23}"/>
                </a:ext>
              </a:extLst>
            </p:cNvPr>
            <p:cNvCxnSpPr>
              <a:cxnSpLocks/>
            </p:cNvCxnSpPr>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37ADD3F7-FA3D-4A72-B8B3-3FCBBFCB0ACF}"/>
                </a:ext>
              </a:extLst>
            </p:cNvPr>
            <p:cNvCxnSpPr>
              <a:cxnSpLocks/>
            </p:cNvCxnSpPr>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405759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3/26/2026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8734211"/>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0983E0-FEBB-4B45-B00C-917965EBE17F}"/>
              </a:ext>
            </a:extLst>
          </p:cNvPr>
          <p:cNvSpPr>
            <a:spLocks noGrp="1"/>
          </p:cNvSpPr>
          <p:nvPr>
            <p:ph type="ctrTitle"/>
          </p:nvPr>
        </p:nvSpPr>
        <p:spPr>
          <a:xfrm>
            <a:off x="996275" y="570602"/>
            <a:ext cx="6463651" cy="1677110"/>
          </a:xfrm>
        </p:spPr>
        <p:txBody>
          <a:bodyPr vert="horz" lIns="91440" tIns="45720" rIns="91440" bIns="45720" rtlCol="0" anchor="ctr">
            <a:noAutofit/>
          </a:bodyPr>
          <a:lstStyle/>
          <a:p>
            <a:r>
              <a:rPr lang="en-US" sz="2100" b="1">
                <a:solidFill>
                  <a:srgbClr val="242424"/>
                </a:solidFill>
                <a:highlight>
                  <a:srgbClr val="FFFFFF"/>
                </a:highlight>
                <a:latin typeface="Segoe UI"/>
                <a:cs typeface="Segoe UI"/>
              </a:rPr>
              <a:t>ANZ Bank Analytics Challenge: Team 3</a:t>
            </a:r>
          </a:p>
          <a:p>
            <a:endParaRPr lang="en-US" sz="5400"/>
          </a:p>
        </p:txBody>
      </p:sp>
    </p:spTree>
    <p:extLst>
      <p:ext uri="{BB962C8B-B14F-4D97-AF65-F5344CB8AC3E}">
        <p14:creationId xmlns:p14="http://schemas.microsoft.com/office/powerpoint/2010/main" val="4103437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8E8FF7D8-F158-8F15-2C60-575A8DA4E518}"/>
              </a:ext>
            </a:extLst>
          </p:cNvPr>
          <p:cNvSpPr txBox="1">
            <a:spLocks/>
          </p:cNvSpPr>
          <p:nvPr/>
        </p:nvSpPr>
        <p:spPr>
          <a:xfrm>
            <a:off x="734090" y="3281617"/>
            <a:ext cx="4050073" cy="2276271"/>
          </a:xfrm>
          <a:prstGeom prst="rect">
            <a:avLst/>
          </a:prstGeom>
        </p:spPr>
        <p:txBody>
          <a:bodyPr vert="horz" lIns="91440" tIns="45720" rIns="91440" bIns="45720" rtlCol="0" anchor="t">
            <a:normAutofit/>
          </a:bodyPr>
          <a:lst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20B0604020202020204" pitchFamily="34" charset="0"/>
              <a:buChar char="q"/>
            </a:pPr>
            <a:r>
              <a:rPr lang="en-US" sz="2000">
                <a:latin typeface="Calibri"/>
                <a:ea typeface="Calibri"/>
                <a:cs typeface="Calibri"/>
              </a:rPr>
              <a:t>Exploratory Data Analysis </a:t>
            </a:r>
            <a:endParaRPr lang="en-US" sz="2000">
              <a:solidFill>
                <a:srgbClr val="000000"/>
              </a:solidFill>
              <a:latin typeface="Calibri"/>
              <a:ea typeface="Calibri"/>
              <a:cs typeface="Calibri"/>
            </a:endParaRPr>
          </a:p>
          <a:p>
            <a:pPr marL="342900" indent="-342900">
              <a:buFont typeface="Wingdings" panose="020B0604020202020204" pitchFamily="34" charset="0"/>
              <a:buChar char="q"/>
            </a:pPr>
            <a:r>
              <a:rPr lang="en-US" sz="2000">
                <a:solidFill>
                  <a:srgbClr val="000000"/>
                </a:solidFill>
                <a:latin typeface="Calibri"/>
                <a:ea typeface="Calibri"/>
                <a:cs typeface="Calibri"/>
              </a:rPr>
              <a:t>Model Comparison</a:t>
            </a:r>
            <a:endParaRPr lang="en-US" sz="2000">
              <a:latin typeface="Calibri"/>
              <a:ea typeface="Calibri"/>
              <a:cs typeface="Calibri"/>
            </a:endParaRPr>
          </a:p>
          <a:p>
            <a:pPr marL="342900" indent="-342900">
              <a:buFont typeface="Wingdings" panose="020B0604020202020204" pitchFamily="34" charset="0"/>
              <a:buChar char="q"/>
            </a:pPr>
            <a:r>
              <a:rPr lang="en-US" sz="2000">
                <a:solidFill>
                  <a:srgbClr val="000000"/>
                </a:solidFill>
                <a:latin typeface="Calibri"/>
                <a:ea typeface="Calibri"/>
                <a:cs typeface="Calibri"/>
              </a:rPr>
              <a:t>Model Evaluation</a:t>
            </a:r>
          </a:p>
          <a:p>
            <a:pPr marL="342900" indent="-342900">
              <a:buFont typeface="Wingdings" panose="020B0604020202020204" pitchFamily="34" charset="0"/>
              <a:buChar char="q"/>
            </a:pPr>
            <a:r>
              <a:rPr lang="en-US" sz="2000">
                <a:latin typeface="Calibri"/>
                <a:ea typeface="Calibri"/>
                <a:cs typeface="Calibri"/>
              </a:rPr>
              <a:t>Business Insights</a:t>
            </a:r>
          </a:p>
          <a:p>
            <a:endParaRPr lang="en-US"/>
          </a:p>
        </p:txBody>
      </p:sp>
      <p:sp>
        <p:nvSpPr>
          <p:cNvPr id="14" name="Title 5">
            <a:extLst>
              <a:ext uri="{FF2B5EF4-FFF2-40B4-BE49-F238E27FC236}">
                <a16:creationId xmlns:a16="http://schemas.microsoft.com/office/drawing/2014/main" id="{F7768D97-69C1-4EF9-8EE0-55125CF29A7E}"/>
              </a:ext>
            </a:extLst>
          </p:cNvPr>
          <p:cNvSpPr txBox="1">
            <a:spLocks/>
          </p:cNvSpPr>
          <p:nvPr/>
        </p:nvSpPr>
        <p:spPr>
          <a:xfrm>
            <a:off x="735780" y="871794"/>
            <a:ext cx="4052632" cy="1133323"/>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n-US" sz="3200"/>
              <a:t>Agenda</a:t>
            </a:r>
          </a:p>
        </p:txBody>
      </p:sp>
      <p:sp>
        <p:nvSpPr>
          <p:cNvPr id="16" name="Subtitle 6">
            <a:extLst>
              <a:ext uri="{FF2B5EF4-FFF2-40B4-BE49-F238E27FC236}">
                <a16:creationId xmlns:a16="http://schemas.microsoft.com/office/drawing/2014/main" id="{6478F8BE-0429-D277-EA71-1D4EF1B3DB6B}"/>
              </a:ext>
              <a:ext uri="{C183D7F6-B498-43B3-948B-1728B52AA6E4}">
                <adec:decorative xmlns:adec="http://schemas.microsoft.com/office/drawing/2017/decorative" val="1"/>
              </a:ext>
            </a:extLst>
          </p:cNvPr>
          <p:cNvSpPr txBox="1">
            <a:spLocks/>
          </p:cNvSpPr>
          <p:nvPr/>
        </p:nvSpPr>
        <p:spPr>
          <a:xfrm>
            <a:off x="737420" y="1881239"/>
            <a:ext cx="4044438" cy="1636202"/>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600">
                <a:latin typeface="Calibri"/>
                <a:ea typeface="Calibri"/>
                <a:cs typeface="Calibri"/>
              </a:rPr>
              <a:t>The purpose of this analysis is to use raw data and we trained multiple models to predict loan defaults so the bank can approve safer loans and reduce financial risk.</a:t>
            </a:r>
            <a:endParaRPr lang="en-US" sz="1600"/>
          </a:p>
        </p:txBody>
      </p:sp>
      <p:pic>
        <p:nvPicPr>
          <p:cNvPr id="20" name="Picture 19" descr="🔹 Part 1: Data Journey - From Raw to Features | Python in Plain English">
            <a:extLst>
              <a:ext uri="{FF2B5EF4-FFF2-40B4-BE49-F238E27FC236}">
                <a16:creationId xmlns:a16="http://schemas.microsoft.com/office/drawing/2014/main" id="{769F36B3-4DCB-31AA-ED5A-D3D79C4F9045}"/>
              </a:ext>
            </a:extLst>
          </p:cNvPr>
          <p:cNvPicPr>
            <a:picLocks noChangeAspect="1"/>
          </p:cNvPicPr>
          <p:nvPr/>
        </p:nvPicPr>
        <p:blipFill>
          <a:blip r:embed="rId3"/>
          <a:stretch>
            <a:fillRect/>
          </a:stretch>
        </p:blipFill>
        <p:spPr>
          <a:xfrm>
            <a:off x="5252064" y="1014107"/>
            <a:ext cx="6202518" cy="4837981"/>
          </a:xfrm>
          <a:prstGeom prst="rect">
            <a:avLst/>
          </a:prstGeom>
        </p:spPr>
      </p:pic>
    </p:spTree>
    <p:extLst>
      <p:ext uri="{BB962C8B-B14F-4D97-AF65-F5344CB8AC3E}">
        <p14:creationId xmlns:p14="http://schemas.microsoft.com/office/powerpoint/2010/main" val="2432850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EB65E-543D-6110-D94B-EF8F6FF4541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BE08126-36DE-A425-B594-2AF31E2D7313}"/>
              </a:ext>
            </a:extLst>
          </p:cNvPr>
          <p:cNvSpPr>
            <a:spLocks noGrp="1"/>
          </p:cNvSpPr>
          <p:nvPr>
            <p:ph type="subTitle" idx="1"/>
          </p:nvPr>
        </p:nvSpPr>
        <p:spPr>
          <a:xfrm>
            <a:off x="2783841" y="259588"/>
            <a:ext cx="5575451" cy="421884"/>
          </a:xfrm>
        </p:spPr>
        <p:txBody>
          <a:bodyPr vert="horz" lIns="91440" tIns="45720" rIns="91440" bIns="45720" rtlCol="0" anchor="t">
            <a:noAutofit/>
          </a:bodyPr>
          <a:lstStyle/>
          <a:p>
            <a:pPr algn="ctr"/>
            <a:r>
              <a:rPr lang="en-US" sz="2800" b="1">
                <a:solidFill>
                  <a:srgbClr val="C00000"/>
                </a:solidFill>
                <a:ea typeface="+mn-lt"/>
                <a:cs typeface="+mn-lt"/>
              </a:rPr>
              <a:t>Exploratory Data Analysis (EDA)</a:t>
            </a:r>
            <a:endParaRPr lang="en-US" sz="2800" b="1">
              <a:solidFill>
                <a:srgbClr val="C00000"/>
              </a:solidFill>
            </a:endParaRPr>
          </a:p>
        </p:txBody>
      </p:sp>
      <p:pic>
        <p:nvPicPr>
          <p:cNvPr id="2" name="Picture 1" descr="A graph of a distribution of loan amount&#10;&#10;AI-generated content may be incorrect.">
            <a:extLst>
              <a:ext uri="{FF2B5EF4-FFF2-40B4-BE49-F238E27FC236}">
                <a16:creationId xmlns:a16="http://schemas.microsoft.com/office/drawing/2014/main" id="{39FC9C44-C642-4638-4193-AA3EED14DFEF}"/>
              </a:ext>
            </a:extLst>
          </p:cNvPr>
          <p:cNvPicPr>
            <a:picLocks noChangeAspect="1"/>
          </p:cNvPicPr>
          <p:nvPr/>
        </p:nvPicPr>
        <p:blipFill>
          <a:blip r:embed="rId3"/>
          <a:stretch>
            <a:fillRect/>
          </a:stretch>
        </p:blipFill>
        <p:spPr>
          <a:xfrm>
            <a:off x="8232120" y="1037104"/>
            <a:ext cx="3042958" cy="2192992"/>
          </a:xfrm>
          <a:prstGeom prst="rect">
            <a:avLst/>
          </a:prstGeom>
        </p:spPr>
      </p:pic>
      <p:pic>
        <p:nvPicPr>
          <p:cNvPr id="3" name="Picture 2" descr="A graph of a credit score distribution&#10;&#10;AI-generated content may be incorrect.">
            <a:extLst>
              <a:ext uri="{FF2B5EF4-FFF2-40B4-BE49-F238E27FC236}">
                <a16:creationId xmlns:a16="http://schemas.microsoft.com/office/drawing/2014/main" id="{003C4E21-234F-8C02-A581-83F0C7A71F11}"/>
              </a:ext>
            </a:extLst>
          </p:cNvPr>
          <p:cNvPicPr>
            <a:picLocks noChangeAspect="1"/>
          </p:cNvPicPr>
          <p:nvPr/>
        </p:nvPicPr>
        <p:blipFill>
          <a:blip r:embed="rId4"/>
          <a:stretch>
            <a:fillRect/>
          </a:stretch>
        </p:blipFill>
        <p:spPr>
          <a:xfrm>
            <a:off x="5009589" y="1037104"/>
            <a:ext cx="3060328" cy="2192992"/>
          </a:xfrm>
          <a:prstGeom prst="rect">
            <a:avLst/>
          </a:prstGeom>
        </p:spPr>
      </p:pic>
      <p:pic>
        <p:nvPicPr>
          <p:cNvPr id="4" name="Picture 3" descr="A graph of a person income distribution&#10;&#10;AI-generated content may be incorrect.">
            <a:extLst>
              <a:ext uri="{FF2B5EF4-FFF2-40B4-BE49-F238E27FC236}">
                <a16:creationId xmlns:a16="http://schemas.microsoft.com/office/drawing/2014/main" id="{45D6EF11-5DA3-B4BA-671D-93B493A8C6B1}"/>
              </a:ext>
            </a:extLst>
          </p:cNvPr>
          <p:cNvPicPr>
            <a:picLocks noChangeAspect="1"/>
          </p:cNvPicPr>
          <p:nvPr/>
        </p:nvPicPr>
        <p:blipFill>
          <a:blip r:embed="rId5"/>
          <a:stretch>
            <a:fillRect/>
          </a:stretch>
        </p:blipFill>
        <p:spPr>
          <a:xfrm>
            <a:off x="5010710" y="3430681"/>
            <a:ext cx="3058087" cy="2201956"/>
          </a:xfrm>
          <a:prstGeom prst="rect">
            <a:avLst/>
          </a:prstGeom>
        </p:spPr>
      </p:pic>
      <p:pic>
        <p:nvPicPr>
          <p:cNvPr id="5" name="Picture 4" descr="A graph of a red and blue bar&#10;&#10;AI-generated content may be incorrect.">
            <a:extLst>
              <a:ext uri="{FF2B5EF4-FFF2-40B4-BE49-F238E27FC236}">
                <a16:creationId xmlns:a16="http://schemas.microsoft.com/office/drawing/2014/main" id="{507607E3-0AA6-1118-0E00-EAC919FEF064}"/>
              </a:ext>
            </a:extLst>
          </p:cNvPr>
          <p:cNvPicPr>
            <a:picLocks noChangeAspect="1"/>
          </p:cNvPicPr>
          <p:nvPr/>
        </p:nvPicPr>
        <p:blipFill>
          <a:blip r:embed="rId6"/>
          <a:stretch>
            <a:fillRect/>
          </a:stretch>
        </p:blipFill>
        <p:spPr>
          <a:xfrm>
            <a:off x="8228478" y="3427880"/>
            <a:ext cx="3050243" cy="2189630"/>
          </a:xfrm>
          <a:prstGeom prst="rect">
            <a:avLst/>
          </a:prstGeom>
        </p:spPr>
      </p:pic>
      <p:sp>
        <p:nvSpPr>
          <p:cNvPr id="8" name="TextBox 7">
            <a:extLst>
              <a:ext uri="{FF2B5EF4-FFF2-40B4-BE49-F238E27FC236}">
                <a16:creationId xmlns:a16="http://schemas.microsoft.com/office/drawing/2014/main" id="{A92ECE86-221C-38D4-9B7B-C6DF114AD0EB}"/>
              </a:ext>
            </a:extLst>
          </p:cNvPr>
          <p:cNvSpPr txBox="1"/>
          <p:nvPr/>
        </p:nvSpPr>
        <p:spPr>
          <a:xfrm>
            <a:off x="439271" y="1035423"/>
            <a:ext cx="4428565"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400" b="1">
              <a:solidFill>
                <a:srgbClr val="3B3A39"/>
              </a:solidFill>
              <a:latin typeface="Calibri"/>
              <a:ea typeface="Calibri"/>
              <a:cs typeface="Calibri"/>
            </a:endParaRPr>
          </a:p>
          <a:p>
            <a:r>
              <a:rPr lang="en-US" sz="1400" b="1">
                <a:solidFill>
                  <a:srgbClr val="3B3A39"/>
                </a:solidFill>
                <a:latin typeface="Calibri"/>
                <a:ea typeface="Calibri"/>
                <a:cs typeface="Calibri"/>
              </a:rPr>
              <a:t>Credit score Distribution</a:t>
            </a:r>
            <a:endParaRPr lang="en-US" sz="1400">
              <a:solidFill>
                <a:srgbClr val="000000"/>
              </a:solidFill>
              <a:latin typeface="Calibri"/>
              <a:ea typeface="Calibri"/>
              <a:cs typeface="Calibri"/>
            </a:endParaRPr>
          </a:p>
          <a:p>
            <a:r>
              <a:rPr lang="en-US" sz="1400">
                <a:solidFill>
                  <a:srgbClr val="3B3A39"/>
                </a:solidFill>
                <a:latin typeface="Calibri"/>
                <a:ea typeface="Calibri"/>
                <a:cs typeface="Calibri"/>
              </a:rPr>
              <a:t>Most credit scores fall between 600 and 700, with the highest concentration around 650, indicating that many borrowers have moderate credit scores.</a:t>
            </a:r>
            <a:endParaRPr lang="en-US">
              <a:solidFill>
                <a:srgbClr val="000000"/>
              </a:solidFill>
              <a:latin typeface="Calisto MT" panose="02040603050505030304"/>
              <a:ea typeface="Calibri"/>
              <a:cs typeface="Calibri"/>
            </a:endParaRPr>
          </a:p>
          <a:p>
            <a:endParaRPr lang="en-US" sz="1400" b="1">
              <a:solidFill>
                <a:srgbClr val="3B3A39"/>
              </a:solidFill>
              <a:latin typeface="Calibri"/>
              <a:ea typeface="Calibri"/>
              <a:cs typeface="Calibri"/>
            </a:endParaRPr>
          </a:p>
          <a:p>
            <a:r>
              <a:rPr lang="en-US" sz="1400" b="1">
                <a:solidFill>
                  <a:srgbClr val="3B3A39"/>
                </a:solidFill>
                <a:latin typeface="Calibri"/>
                <a:ea typeface="Calibri"/>
                <a:cs typeface="Calibri"/>
              </a:rPr>
              <a:t>Loan Amount Distribution</a:t>
            </a:r>
            <a:endParaRPr lang="en-US"/>
          </a:p>
          <a:p>
            <a:r>
              <a:rPr lang="en-US" sz="1400">
                <a:solidFill>
                  <a:srgbClr val="3B3A39"/>
                </a:solidFill>
                <a:latin typeface="Calibri"/>
                <a:ea typeface="Calibri"/>
                <a:cs typeface="Calibri"/>
              </a:rPr>
              <a:t>The histogram shows that most customers take small to medium loans, mainly between $3,000 and $12,000.</a:t>
            </a:r>
          </a:p>
          <a:p>
            <a:endParaRPr lang="en-US" sz="1400">
              <a:solidFill>
                <a:srgbClr val="3B3A39"/>
              </a:solidFill>
              <a:latin typeface="Calibri"/>
              <a:ea typeface="Calibri"/>
              <a:cs typeface="Calibri"/>
            </a:endParaRPr>
          </a:p>
          <a:p>
            <a:r>
              <a:rPr lang="en-US" sz="1400" b="1">
                <a:solidFill>
                  <a:srgbClr val="3B3A39"/>
                </a:solidFill>
                <a:latin typeface="Calibri"/>
                <a:ea typeface="Calibri"/>
                <a:cs typeface="Calibri"/>
              </a:rPr>
              <a:t>Income Distribution Explanation</a:t>
            </a:r>
          </a:p>
          <a:p>
            <a:r>
              <a:rPr lang="en-US" sz="1400">
                <a:solidFill>
                  <a:srgbClr val="3B3A39"/>
                </a:solidFill>
                <a:latin typeface="Calibri"/>
                <a:ea typeface="Calibri"/>
                <a:cs typeface="Calibri"/>
              </a:rPr>
              <a:t>The income distribution is positively skewed, with most individuals earning between 30,000 and 100,000.</a:t>
            </a:r>
          </a:p>
          <a:p>
            <a:endParaRPr lang="en-US" sz="1400">
              <a:solidFill>
                <a:srgbClr val="3B3A39"/>
              </a:solidFill>
              <a:latin typeface="Calibri"/>
              <a:ea typeface="Calibri"/>
              <a:cs typeface="Calibri"/>
            </a:endParaRPr>
          </a:p>
          <a:p>
            <a:r>
              <a:rPr lang="en-US" sz="1400" b="1">
                <a:solidFill>
                  <a:srgbClr val="3B3A39"/>
                </a:solidFill>
                <a:latin typeface="Calibri"/>
                <a:ea typeface="Calibri"/>
                <a:cs typeface="Calibri"/>
              </a:rPr>
              <a:t>Count Plot</a:t>
            </a:r>
          </a:p>
          <a:p>
            <a:r>
              <a:rPr lang="en-US" sz="1400">
                <a:solidFill>
                  <a:srgbClr val="3B3A39"/>
                </a:solidFill>
                <a:latin typeface="Calibri"/>
                <a:ea typeface="Calibri"/>
                <a:cs typeface="Calibri"/>
              </a:rPr>
              <a:t>The number of applicants with loan status 0 (approved) is significantly higher than those with loan status 1 (not approved).</a:t>
            </a:r>
          </a:p>
          <a:p>
            <a:endParaRPr lang="en-US" sz="1400">
              <a:solidFill>
                <a:srgbClr val="3B3A39"/>
              </a:solidFill>
              <a:latin typeface="Calibri"/>
              <a:ea typeface="Calibri"/>
              <a:cs typeface="Calibri"/>
            </a:endParaRPr>
          </a:p>
          <a:p>
            <a:pPr algn="ctr"/>
            <a:endParaRPr lang="en-US"/>
          </a:p>
        </p:txBody>
      </p:sp>
    </p:spTree>
    <p:extLst>
      <p:ext uri="{BB962C8B-B14F-4D97-AF65-F5344CB8AC3E}">
        <p14:creationId xmlns:p14="http://schemas.microsoft.com/office/powerpoint/2010/main" val="70230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E30FC-B71A-FA2E-68A0-82EFE22DA1CA}"/>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0110007-2B90-4010-94BE-7FB93F6E38CE}"/>
              </a:ext>
            </a:extLst>
          </p:cNvPr>
          <p:cNvSpPr>
            <a:spLocks noGrp="1"/>
          </p:cNvSpPr>
          <p:nvPr>
            <p:ph type="subTitle" idx="1"/>
          </p:nvPr>
        </p:nvSpPr>
        <p:spPr>
          <a:xfrm>
            <a:off x="2783841" y="259588"/>
            <a:ext cx="5575451" cy="421884"/>
          </a:xfrm>
        </p:spPr>
        <p:txBody>
          <a:bodyPr vert="horz" lIns="91440" tIns="45720" rIns="91440" bIns="45720" rtlCol="0" anchor="t">
            <a:noAutofit/>
          </a:bodyPr>
          <a:lstStyle/>
          <a:p>
            <a:pPr algn="ctr"/>
            <a:r>
              <a:rPr lang="en-US" sz="2800" b="1">
                <a:solidFill>
                  <a:srgbClr val="C00000"/>
                </a:solidFill>
                <a:ea typeface="+mn-lt"/>
                <a:cs typeface="+mn-lt"/>
              </a:rPr>
              <a:t>Exploratory Data Analysis (EDA)</a:t>
            </a:r>
            <a:endParaRPr lang="en-US" sz="2800" b="1">
              <a:solidFill>
                <a:srgbClr val="C00000"/>
              </a:solidFill>
            </a:endParaRPr>
          </a:p>
        </p:txBody>
      </p:sp>
      <p:sp>
        <p:nvSpPr>
          <p:cNvPr id="8" name="TextBox 7">
            <a:extLst>
              <a:ext uri="{FF2B5EF4-FFF2-40B4-BE49-F238E27FC236}">
                <a16:creationId xmlns:a16="http://schemas.microsoft.com/office/drawing/2014/main" id="{4E05435E-914F-2C79-2087-74FBD05D154E}"/>
              </a:ext>
            </a:extLst>
          </p:cNvPr>
          <p:cNvSpPr txBox="1"/>
          <p:nvPr/>
        </p:nvSpPr>
        <p:spPr>
          <a:xfrm>
            <a:off x="660497" y="937100"/>
            <a:ext cx="4248307"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400" b="1">
              <a:solidFill>
                <a:srgbClr val="3B3A39"/>
              </a:solidFill>
              <a:latin typeface="Calibri"/>
              <a:ea typeface="Calibri"/>
              <a:cs typeface="Calibri"/>
            </a:endParaRPr>
          </a:p>
          <a:p>
            <a:endParaRPr lang="en-US" sz="1400" b="1">
              <a:solidFill>
                <a:srgbClr val="3B3A39"/>
              </a:solidFill>
              <a:latin typeface="Calibri"/>
              <a:ea typeface="Calibri"/>
              <a:cs typeface="Calibri"/>
            </a:endParaRPr>
          </a:p>
          <a:p>
            <a:r>
              <a:rPr lang="en-US" sz="1400" b="1">
                <a:solidFill>
                  <a:srgbClr val="3B3A39"/>
                </a:solidFill>
                <a:latin typeface="Calibri"/>
                <a:ea typeface="Calibri"/>
                <a:cs typeface="Calibri"/>
              </a:rPr>
              <a:t>Positive Correlation</a:t>
            </a:r>
            <a:endParaRPr lang="en-US" sz="1400">
              <a:latin typeface="Calibri"/>
              <a:ea typeface="Calibri"/>
              <a:cs typeface="Calibri"/>
            </a:endParaRPr>
          </a:p>
          <a:p>
            <a:r>
              <a:rPr lang="en-US" sz="1400" err="1">
                <a:solidFill>
                  <a:srgbClr val="3B3A39"/>
                </a:solidFill>
                <a:latin typeface="Calibri"/>
                <a:ea typeface="Calibri"/>
                <a:cs typeface="Calibri"/>
              </a:rPr>
              <a:t>person_age</a:t>
            </a:r>
            <a:r>
              <a:rPr lang="en-US" sz="1400">
                <a:solidFill>
                  <a:srgbClr val="3B3A39"/>
                </a:solidFill>
                <a:latin typeface="Calibri"/>
                <a:ea typeface="Calibri"/>
                <a:cs typeface="Calibri"/>
              </a:rPr>
              <a:t> ↔ </a:t>
            </a:r>
            <a:r>
              <a:rPr lang="en-US" sz="1400" err="1">
                <a:solidFill>
                  <a:srgbClr val="3B3A39"/>
                </a:solidFill>
                <a:latin typeface="Calibri"/>
                <a:ea typeface="Calibri"/>
                <a:cs typeface="Calibri"/>
              </a:rPr>
              <a:t>person_emp_exp</a:t>
            </a:r>
            <a:r>
              <a:rPr lang="en-US" sz="1400">
                <a:solidFill>
                  <a:srgbClr val="3B3A39"/>
                </a:solidFill>
                <a:latin typeface="Calibri"/>
                <a:ea typeface="Calibri"/>
                <a:cs typeface="Calibri"/>
              </a:rPr>
              <a:t> (0.95): As age increases, employment experience also increases.</a:t>
            </a:r>
            <a:endParaRPr lang="en-US" sz="1400">
              <a:latin typeface="Calibri"/>
              <a:ea typeface="Calibri"/>
              <a:cs typeface="Calibri"/>
            </a:endParaRPr>
          </a:p>
          <a:p>
            <a:r>
              <a:rPr lang="en-US" sz="1400" err="1">
                <a:solidFill>
                  <a:srgbClr val="3B3A39"/>
                </a:solidFill>
                <a:latin typeface="Calibri"/>
                <a:ea typeface="Calibri"/>
                <a:cs typeface="Calibri"/>
              </a:rPr>
              <a:t>person_age</a:t>
            </a:r>
            <a:r>
              <a:rPr lang="en-US" sz="1400">
                <a:solidFill>
                  <a:srgbClr val="3B3A39"/>
                </a:solidFill>
                <a:latin typeface="Calibri"/>
                <a:ea typeface="Calibri"/>
                <a:cs typeface="Calibri"/>
              </a:rPr>
              <a:t> ↔ </a:t>
            </a:r>
            <a:r>
              <a:rPr lang="en-US" sz="1400" err="1">
                <a:solidFill>
                  <a:srgbClr val="3B3A39"/>
                </a:solidFill>
                <a:latin typeface="Calibri"/>
                <a:ea typeface="Calibri"/>
                <a:cs typeface="Calibri"/>
              </a:rPr>
              <a:t>cb_person_cred_hist_length</a:t>
            </a:r>
            <a:r>
              <a:rPr lang="en-US" sz="1400">
                <a:solidFill>
                  <a:srgbClr val="3B3A39"/>
                </a:solidFill>
                <a:latin typeface="Calibri"/>
                <a:ea typeface="Calibri"/>
                <a:cs typeface="Calibri"/>
              </a:rPr>
              <a:t> (0.86): Older people tend to have a longer credit history.</a:t>
            </a:r>
            <a:endParaRPr lang="en-US" sz="1400">
              <a:latin typeface="Calibri"/>
              <a:ea typeface="Calibri"/>
              <a:cs typeface="Calibri"/>
            </a:endParaRPr>
          </a:p>
          <a:p>
            <a:r>
              <a:rPr lang="en-US" sz="1400" err="1">
                <a:solidFill>
                  <a:srgbClr val="3B3A39"/>
                </a:solidFill>
                <a:latin typeface="Calibri"/>
                <a:ea typeface="Calibri"/>
                <a:cs typeface="Calibri"/>
              </a:rPr>
              <a:t>loan_amnt</a:t>
            </a:r>
            <a:r>
              <a:rPr lang="en-US" sz="1400">
                <a:solidFill>
                  <a:srgbClr val="3B3A39"/>
                </a:solidFill>
                <a:latin typeface="Calibri"/>
                <a:ea typeface="Calibri"/>
                <a:cs typeface="Calibri"/>
              </a:rPr>
              <a:t> ↔ </a:t>
            </a:r>
            <a:r>
              <a:rPr lang="en-US" sz="1400" err="1">
                <a:solidFill>
                  <a:srgbClr val="3B3A39"/>
                </a:solidFill>
                <a:latin typeface="Calibri"/>
                <a:ea typeface="Calibri"/>
                <a:cs typeface="Calibri"/>
              </a:rPr>
              <a:t>loan_percent_income</a:t>
            </a:r>
            <a:r>
              <a:rPr lang="en-US" sz="1400">
                <a:solidFill>
                  <a:srgbClr val="3B3A39"/>
                </a:solidFill>
                <a:latin typeface="Calibri"/>
                <a:ea typeface="Calibri"/>
                <a:cs typeface="Calibri"/>
              </a:rPr>
              <a:t> (~0.60): Higher loan amounts usually take up a larger percentage of a person’s income.</a:t>
            </a:r>
          </a:p>
          <a:p>
            <a:endParaRPr lang="en-US" sz="1400">
              <a:solidFill>
                <a:srgbClr val="3B3A39"/>
              </a:solidFill>
              <a:latin typeface="Calibri"/>
              <a:ea typeface="Calibri"/>
              <a:cs typeface="Calibri"/>
            </a:endParaRPr>
          </a:p>
          <a:p>
            <a:r>
              <a:rPr lang="en-US" sz="1400" b="1">
                <a:solidFill>
                  <a:srgbClr val="3B3A39"/>
                </a:solidFill>
                <a:latin typeface="Calibri"/>
                <a:ea typeface="Calibri"/>
                <a:cs typeface="Calibri"/>
              </a:rPr>
              <a:t>Negative Correlation</a:t>
            </a:r>
            <a:endParaRPr lang="en-US" sz="1400">
              <a:latin typeface="Calibri"/>
              <a:ea typeface="Calibri"/>
              <a:cs typeface="Calibri"/>
            </a:endParaRPr>
          </a:p>
          <a:p>
            <a:r>
              <a:rPr lang="en-US" sz="1400" err="1">
                <a:solidFill>
                  <a:srgbClr val="3B3A39"/>
                </a:solidFill>
                <a:latin typeface="Calibri"/>
                <a:ea typeface="Calibri"/>
                <a:cs typeface="Calibri"/>
              </a:rPr>
              <a:t>person_income</a:t>
            </a:r>
            <a:r>
              <a:rPr lang="en-US" sz="1400">
                <a:solidFill>
                  <a:srgbClr val="3B3A39"/>
                </a:solidFill>
                <a:latin typeface="Calibri"/>
                <a:ea typeface="Calibri"/>
                <a:cs typeface="Calibri"/>
              </a:rPr>
              <a:t> ↔ </a:t>
            </a:r>
            <a:r>
              <a:rPr lang="en-US" sz="1400" err="1">
                <a:solidFill>
                  <a:srgbClr val="3B3A39"/>
                </a:solidFill>
                <a:latin typeface="Calibri"/>
                <a:ea typeface="Calibri"/>
                <a:cs typeface="Calibri"/>
              </a:rPr>
              <a:t>loan_percent_income</a:t>
            </a:r>
            <a:r>
              <a:rPr lang="en-US" sz="1400">
                <a:solidFill>
                  <a:srgbClr val="3B3A39"/>
                </a:solidFill>
                <a:latin typeface="Calibri"/>
                <a:ea typeface="Calibri"/>
                <a:cs typeface="Calibri"/>
              </a:rPr>
              <a:t> (~-0.25): People with higher income spend a smaller percentage of their income on loans.</a:t>
            </a:r>
            <a:endParaRPr lang="en-US" sz="1400">
              <a:latin typeface="Calibri"/>
              <a:ea typeface="Calibri"/>
              <a:cs typeface="Calibri"/>
            </a:endParaRPr>
          </a:p>
          <a:p>
            <a:r>
              <a:rPr lang="en-US" sz="1400" err="1">
                <a:solidFill>
                  <a:srgbClr val="3B3A39"/>
                </a:solidFill>
                <a:latin typeface="Calibri"/>
                <a:ea typeface="Calibri"/>
                <a:cs typeface="Calibri"/>
              </a:rPr>
              <a:t>person_income</a:t>
            </a:r>
            <a:r>
              <a:rPr lang="en-US" sz="1400">
                <a:solidFill>
                  <a:srgbClr val="3B3A39"/>
                </a:solidFill>
                <a:latin typeface="Calibri"/>
                <a:ea typeface="Calibri"/>
                <a:cs typeface="Calibri"/>
              </a:rPr>
              <a:t> ↔ </a:t>
            </a:r>
            <a:r>
              <a:rPr lang="en-US" sz="1400" err="1">
                <a:solidFill>
                  <a:srgbClr val="3B3A39"/>
                </a:solidFill>
                <a:latin typeface="Calibri"/>
                <a:ea typeface="Calibri"/>
                <a:cs typeface="Calibri"/>
              </a:rPr>
              <a:t>loan_status</a:t>
            </a:r>
            <a:r>
              <a:rPr lang="en-US" sz="1400">
                <a:solidFill>
                  <a:srgbClr val="3B3A39"/>
                </a:solidFill>
                <a:latin typeface="Calibri"/>
                <a:ea typeface="Calibri"/>
                <a:cs typeface="Calibri"/>
              </a:rPr>
              <a:t> (negative): Higher income slightly reduces the likelihood of negative loan outcomes.</a:t>
            </a:r>
            <a:endParaRPr lang="en-US" sz="1400">
              <a:latin typeface="Calibri"/>
              <a:ea typeface="Calibri"/>
              <a:cs typeface="Calibri"/>
            </a:endParaRPr>
          </a:p>
          <a:p>
            <a:r>
              <a:rPr lang="en-US" sz="1400" err="1">
                <a:solidFill>
                  <a:srgbClr val="3B3A39"/>
                </a:solidFill>
                <a:latin typeface="Calibri"/>
                <a:ea typeface="Calibri"/>
                <a:cs typeface="Calibri"/>
              </a:rPr>
              <a:t>loan_int_rate</a:t>
            </a:r>
            <a:r>
              <a:rPr lang="en-US" sz="1400">
                <a:solidFill>
                  <a:srgbClr val="3B3A39"/>
                </a:solidFill>
                <a:latin typeface="Calibri"/>
                <a:ea typeface="Calibri"/>
                <a:cs typeface="Calibri"/>
              </a:rPr>
              <a:t> ↔ </a:t>
            </a:r>
            <a:r>
              <a:rPr lang="en-US" sz="1400" err="1">
                <a:solidFill>
                  <a:srgbClr val="3B3A39"/>
                </a:solidFill>
                <a:latin typeface="Calibri"/>
                <a:ea typeface="Calibri"/>
                <a:cs typeface="Calibri"/>
              </a:rPr>
              <a:t>person_income</a:t>
            </a:r>
            <a:r>
              <a:rPr lang="en-US" sz="1400">
                <a:solidFill>
                  <a:srgbClr val="3B3A39"/>
                </a:solidFill>
                <a:latin typeface="Calibri"/>
                <a:ea typeface="Calibri"/>
                <a:cs typeface="Calibri"/>
              </a:rPr>
              <a:t> (negative): Individuals with higher income tend to have slightly lower interest rates</a:t>
            </a:r>
            <a:endParaRPr lang="en-US" sz="1400">
              <a:latin typeface="Calibri"/>
              <a:cs typeface="Calibri"/>
            </a:endParaRPr>
          </a:p>
          <a:p>
            <a:endParaRPr lang="en-US" sz="1400" b="1">
              <a:solidFill>
                <a:srgbClr val="3B3A39"/>
              </a:solidFill>
              <a:latin typeface="Calibri"/>
              <a:ea typeface="Calibri"/>
              <a:cs typeface="Calibri"/>
            </a:endParaRPr>
          </a:p>
          <a:p>
            <a:endParaRPr lang="en-US" sz="1400">
              <a:solidFill>
                <a:srgbClr val="3B3A39"/>
              </a:solidFill>
              <a:latin typeface="Calibri"/>
              <a:ea typeface="Calibri"/>
              <a:cs typeface="Calibri"/>
            </a:endParaRPr>
          </a:p>
          <a:p>
            <a:pPr algn="ctr"/>
            <a:endParaRPr lang="en-US"/>
          </a:p>
        </p:txBody>
      </p:sp>
      <p:pic>
        <p:nvPicPr>
          <p:cNvPr id="9" name="Picture 8" descr="A screenshot of a graph&#10;&#10;AI-generated content may be incorrect.">
            <a:extLst>
              <a:ext uri="{FF2B5EF4-FFF2-40B4-BE49-F238E27FC236}">
                <a16:creationId xmlns:a16="http://schemas.microsoft.com/office/drawing/2014/main" id="{C78CBAF2-EC40-CE3C-A58E-87554AF897CE}"/>
              </a:ext>
            </a:extLst>
          </p:cNvPr>
          <p:cNvPicPr>
            <a:picLocks noChangeAspect="1"/>
          </p:cNvPicPr>
          <p:nvPr/>
        </p:nvPicPr>
        <p:blipFill>
          <a:blip r:embed="rId3"/>
          <a:stretch>
            <a:fillRect/>
          </a:stretch>
        </p:blipFill>
        <p:spPr>
          <a:xfrm>
            <a:off x="5316897" y="1030798"/>
            <a:ext cx="5761498" cy="4845564"/>
          </a:xfrm>
          <a:prstGeom prst="rect">
            <a:avLst/>
          </a:prstGeom>
        </p:spPr>
      </p:pic>
    </p:spTree>
    <p:extLst>
      <p:ext uri="{BB962C8B-B14F-4D97-AF65-F5344CB8AC3E}">
        <p14:creationId xmlns:p14="http://schemas.microsoft.com/office/powerpoint/2010/main" val="293889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BAA19-D43F-FFAF-8BAC-1E3155DD3225}"/>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284E9C2-F1CC-C517-5952-329BD3139F5F}"/>
              </a:ext>
            </a:extLst>
          </p:cNvPr>
          <p:cNvSpPr>
            <a:spLocks noGrp="1"/>
          </p:cNvSpPr>
          <p:nvPr>
            <p:ph type="subTitle" idx="1"/>
          </p:nvPr>
        </p:nvSpPr>
        <p:spPr>
          <a:xfrm>
            <a:off x="2783841" y="259588"/>
            <a:ext cx="5575451" cy="421884"/>
          </a:xfrm>
        </p:spPr>
        <p:txBody>
          <a:bodyPr vert="horz" lIns="91440" tIns="45720" rIns="91440" bIns="45720" rtlCol="0" anchor="t">
            <a:noAutofit/>
          </a:bodyPr>
          <a:lstStyle/>
          <a:p>
            <a:pPr algn="ctr"/>
            <a:r>
              <a:rPr lang="en-US" sz="2800" b="1">
                <a:solidFill>
                  <a:srgbClr val="C00000"/>
                </a:solidFill>
              </a:rPr>
              <a:t>Model Comparison  </a:t>
            </a:r>
            <a:endParaRPr lang="en-US"/>
          </a:p>
        </p:txBody>
      </p:sp>
      <p:sp>
        <p:nvSpPr>
          <p:cNvPr id="8" name="TextBox 7">
            <a:extLst>
              <a:ext uri="{FF2B5EF4-FFF2-40B4-BE49-F238E27FC236}">
                <a16:creationId xmlns:a16="http://schemas.microsoft.com/office/drawing/2014/main" id="{87029872-FCD6-0186-F5F7-910FA9EEA639}"/>
              </a:ext>
            </a:extLst>
          </p:cNvPr>
          <p:cNvSpPr txBox="1"/>
          <p:nvPr/>
        </p:nvSpPr>
        <p:spPr>
          <a:xfrm>
            <a:off x="767014" y="1232068"/>
            <a:ext cx="3920565" cy="4616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400">
              <a:solidFill>
                <a:srgbClr val="000000"/>
              </a:solidFill>
              <a:latin typeface="Calibri"/>
              <a:ea typeface="Calibri"/>
              <a:cs typeface="Calibri"/>
            </a:endParaRPr>
          </a:p>
          <a:p>
            <a:r>
              <a:rPr lang="en-US" sz="1400" b="1">
                <a:solidFill>
                  <a:srgbClr val="3B3A39"/>
                </a:solidFill>
                <a:latin typeface="Calibri"/>
                <a:ea typeface="Calibri"/>
                <a:cs typeface="Calibri"/>
              </a:rPr>
              <a:t>Logistic Regression Model</a:t>
            </a:r>
          </a:p>
          <a:p>
            <a:pPr algn="just"/>
            <a:r>
              <a:rPr lang="en-US" sz="1400">
                <a:solidFill>
                  <a:srgbClr val="3B3A39"/>
                </a:solidFill>
                <a:latin typeface="Calibri"/>
                <a:ea typeface="Calibri"/>
                <a:cs typeface="Calibri"/>
              </a:rPr>
              <a:t>Only 244 defaults correctly predicted, whereas 1766 defaults missed.</a:t>
            </a:r>
          </a:p>
          <a:p>
            <a:endParaRPr lang="en-US" sz="1400">
              <a:solidFill>
                <a:srgbClr val="3B3A39"/>
              </a:solidFill>
              <a:latin typeface="Calibri"/>
              <a:ea typeface="Calibri"/>
              <a:cs typeface="Calibri"/>
            </a:endParaRPr>
          </a:p>
          <a:p>
            <a:endParaRPr lang="en-US" sz="1400">
              <a:solidFill>
                <a:srgbClr val="3B3A39"/>
              </a:solidFill>
              <a:latin typeface="Calibri"/>
              <a:ea typeface="Calibri"/>
              <a:cs typeface="Calibri"/>
            </a:endParaRPr>
          </a:p>
          <a:p>
            <a:r>
              <a:rPr lang="en-US" sz="1400" b="1">
                <a:solidFill>
                  <a:srgbClr val="3B3A39"/>
                </a:solidFill>
                <a:latin typeface="Calibri"/>
                <a:ea typeface="Calibri"/>
                <a:cs typeface="Calibri"/>
              </a:rPr>
              <a:t>Random Forest Model</a:t>
            </a:r>
          </a:p>
          <a:p>
            <a:pPr algn="just"/>
            <a:r>
              <a:rPr lang="en-US" sz="1400">
                <a:solidFill>
                  <a:srgbClr val="3B3A39"/>
                </a:solidFill>
                <a:latin typeface="Calibri"/>
                <a:ea typeface="Calibri"/>
                <a:cs typeface="Calibri"/>
              </a:rPr>
              <a:t>It correctly classified 6787 approved loans and 1250 defaulted loans.</a:t>
            </a:r>
            <a:endParaRPr lang="en-US"/>
          </a:p>
          <a:p>
            <a:endParaRPr lang="en-US" sz="1400">
              <a:solidFill>
                <a:srgbClr val="3B3A39"/>
              </a:solidFill>
              <a:latin typeface="Calibri"/>
              <a:ea typeface="Calibri"/>
              <a:cs typeface="Calibri"/>
            </a:endParaRPr>
          </a:p>
          <a:p>
            <a:endParaRPr lang="en-US" sz="1400">
              <a:solidFill>
                <a:srgbClr val="3B3A39"/>
              </a:solidFill>
              <a:latin typeface="Calibri"/>
              <a:ea typeface="Calibri"/>
              <a:cs typeface="Calibri"/>
            </a:endParaRPr>
          </a:p>
          <a:p>
            <a:r>
              <a:rPr lang="en-US" sz="1400" b="1">
                <a:solidFill>
                  <a:srgbClr val="3B3A39"/>
                </a:solidFill>
                <a:latin typeface="Calibri"/>
                <a:ea typeface="Calibri"/>
                <a:cs typeface="Calibri"/>
              </a:rPr>
              <a:t>Tuned Random Forest Model</a:t>
            </a:r>
          </a:p>
          <a:p>
            <a:pPr algn="just"/>
            <a:r>
              <a:rPr lang="en-US" sz="1400">
                <a:solidFill>
                  <a:srgbClr val="3B3A39"/>
                </a:solidFill>
                <a:latin typeface="Calibri"/>
                <a:ea typeface="Calibri"/>
                <a:cs typeface="Calibri"/>
              </a:rPr>
              <a:t>It correctly predicted 6791 approved loans and 1257 defaulted loans.</a:t>
            </a:r>
            <a:endParaRPr lang="en-US"/>
          </a:p>
          <a:p>
            <a:pPr algn="just"/>
            <a:endParaRPr lang="en-US" sz="1200">
              <a:solidFill>
                <a:srgbClr val="3B3A39"/>
              </a:solidFill>
              <a:latin typeface="Calibri"/>
              <a:ea typeface="Calibri"/>
              <a:cs typeface="Calibri"/>
            </a:endParaRPr>
          </a:p>
          <a:p>
            <a:pPr algn="just"/>
            <a:endParaRPr lang="en-US" sz="1200">
              <a:solidFill>
                <a:srgbClr val="3B3A39"/>
              </a:solidFill>
              <a:latin typeface="Calibri"/>
              <a:ea typeface="Calibri"/>
              <a:cs typeface="Calibri"/>
            </a:endParaRPr>
          </a:p>
          <a:p>
            <a:pPr algn="just"/>
            <a:r>
              <a:rPr lang="en-US" sz="1400" b="1">
                <a:solidFill>
                  <a:srgbClr val="3B3A39"/>
                </a:solidFill>
                <a:latin typeface="Calibri"/>
                <a:ea typeface="Calibri"/>
                <a:cs typeface="Calibri"/>
              </a:rPr>
              <a:t>Gradient Boosting Model</a:t>
            </a:r>
          </a:p>
          <a:p>
            <a:pPr algn="just"/>
            <a:r>
              <a:rPr lang="en-US" sz="1400">
                <a:solidFill>
                  <a:srgbClr val="3B3A39"/>
                </a:solidFill>
                <a:latin typeface="Calibri"/>
                <a:ea typeface="Calibri"/>
                <a:cs typeface="Calibri"/>
              </a:rPr>
              <a:t>It correctly identified 6772 safe loans and 1234 loan defaults.</a:t>
            </a:r>
            <a:endParaRPr lang="en-US"/>
          </a:p>
          <a:p>
            <a:pPr algn="just"/>
            <a:endParaRPr lang="en-US" sz="1400" b="1">
              <a:solidFill>
                <a:srgbClr val="3B3A39"/>
              </a:solidFill>
              <a:latin typeface="Calibri"/>
              <a:ea typeface="Calibri"/>
              <a:cs typeface="Calibri"/>
            </a:endParaRPr>
          </a:p>
          <a:p>
            <a:pPr algn="ctr"/>
            <a:endParaRPr lang="en-US">
              <a:solidFill>
                <a:srgbClr val="000000"/>
              </a:solidFill>
              <a:latin typeface="Calisto MT" panose="02040603050505030304"/>
              <a:ea typeface="Calibri"/>
              <a:cs typeface="Calibri"/>
            </a:endParaRPr>
          </a:p>
        </p:txBody>
      </p:sp>
      <p:pic>
        <p:nvPicPr>
          <p:cNvPr id="9" name="Picture 8" descr="A black text on a white background&#10;&#10;AI-generated content may be incorrect.">
            <a:extLst>
              <a:ext uri="{FF2B5EF4-FFF2-40B4-BE49-F238E27FC236}">
                <a16:creationId xmlns:a16="http://schemas.microsoft.com/office/drawing/2014/main" id="{58AA11AE-4FB9-0162-612B-2D7277D71E79}"/>
              </a:ext>
            </a:extLst>
          </p:cNvPr>
          <p:cNvPicPr>
            <a:picLocks noChangeAspect="1"/>
          </p:cNvPicPr>
          <p:nvPr/>
        </p:nvPicPr>
        <p:blipFill>
          <a:blip r:embed="rId3"/>
          <a:stretch>
            <a:fillRect/>
          </a:stretch>
        </p:blipFill>
        <p:spPr>
          <a:xfrm>
            <a:off x="4860361" y="1085593"/>
            <a:ext cx="6461536" cy="1089845"/>
          </a:xfrm>
          <a:prstGeom prst="rect">
            <a:avLst/>
          </a:prstGeom>
        </p:spPr>
      </p:pic>
      <p:pic>
        <p:nvPicPr>
          <p:cNvPr id="10" name="Picture 9" descr="A black text on a white background&#10;&#10;AI-generated content may be incorrect.">
            <a:extLst>
              <a:ext uri="{FF2B5EF4-FFF2-40B4-BE49-F238E27FC236}">
                <a16:creationId xmlns:a16="http://schemas.microsoft.com/office/drawing/2014/main" id="{1E7653A7-A0D8-506A-F370-CB11A30203AE}"/>
              </a:ext>
            </a:extLst>
          </p:cNvPr>
          <p:cNvPicPr>
            <a:picLocks noChangeAspect="1"/>
          </p:cNvPicPr>
          <p:nvPr/>
        </p:nvPicPr>
        <p:blipFill>
          <a:blip r:embed="rId4"/>
          <a:stretch>
            <a:fillRect/>
          </a:stretch>
        </p:blipFill>
        <p:spPr>
          <a:xfrm>
            <a:off x="4848582" y="2248310"/>
            <a:ext cx="6476898" cy="1083187"/>
          </a:xfrm>
          <a:prstGeom prst="rect">
            <a:avLst/>
          </a:prstGeom>
        </p:spPr>
      </p:pic>
      <p:pic>
        <p:nvPicPr>
          <p:cNvPr id="13" name="Picture 12" descr="A black text on a white background&#10;&#10;AI-generated content may be incorrect.">
            <a:extLst>
              <a:ext uri="{FF2B5EF4-FFF2-40B4-BE49-F238E27FC236}">
                <a16:creationId xmlns:a16="http://schemas.microsoft.com/office/drawing/2014/main" id="{9D1F439F-5448-6BAB-56B4-9E0361473A2C}"/>
              </a:ext>
            </a:extLst>
          </p:cNvPr>
          <p:cNvPicPr>
            <a:picLocks noChangeAspect="1"/>
          </p:cNvPicPr>
          <p:nvPr/>
        </p:nvPicPr>
        <p:blipFill>
          <a:blip r:embed="rId5"/>
          <a:stretch>
            <a:fillRect/>
          </a:stretch>
        </p:blipFill>
        <p:spPr>
          <a:xfrm>
            <a:off x="4855034" y="3387979"/>
            <a:ext cx="6480381" cy="1073459"/>
          </a:xfrm>
          <a:prstGeom prst="rect">
            <a:avLst/>
          </a:prstGeom>
        </p:spPr>
      </p:pic>
      <p:pic>
        <p:nvPicPr>
          <p:cNvPr id="15" name="Picture 14">
            <a:extLst>
              <a:ext uri="{FF2B5EF4-FFF2-40B4-BE49-F238E27FC236}">
                <a16:creationId xmlns:a16="http://schemas.microsoft.com/office/drawing/2014/main" id="{C998FC1B-DAD8-2EEC-D6AB-6224356F03A7}"/>
              </a:ext>
            </a:extLst>
          </p:cNvPr>
          <p:cNvPicPr>
            <a:picLocks noChangeAspect="1"/>
          </p:cNvPicPr>
          <p:nvPr/>
        </p:nvPicPr>
        <p:blipFill>
          <a:blip r:embed="rId6"/>
          <a:stretch>
            <a:fillRect/>
          </a:stretch>
        </p:blipFill>
        <p:spPr>
          <a:xfrm>
            <a:off x="4847610" y="4523453"/>
            <a:ext cx="6478844" cy="1104900"/>
          </a:xfrm>
          <a:prstGeom prst="rect">
            <a:avLst/>
          </a:prstGeom>
        </p:spPr>
      </p:pic>
    </p:spTree>
    <p:extLst>
      <p:ext uri="{BB962C8B-B14F-4D97-AF65-F5344CB8AC3E}">
        <p14:creationId xmlns:p14="http://schemas.microsoft.com/office/powerpoint/2010/main" val="3053601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BDCD5-E831-4662-511F-E6832F2FB6B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9C4F905-E78D-08A3-A59E-781A519C4E1C}"/>
              </a:ext>
            </a:extLst>
          </p:cNvPr>
          <p:cNvSpPr>
            <a:spLocks noGrp="1"/>
          </p:cNvSpPr>
          <p:nvPr>
            <p:ph type="subTitle" idx="1"/>
          </p:nvPr>
        </p:nvSpPr>
        <p:spPr>
          <a:xfrm>
            <a:off x="2783841" y="259588"/>
            <a:ext cx="5575451" cy="421884"/>
          </a:xfrm>
        </p:spPr>
        <p:txBody>
          <a:bodyPr vert="horz" lIns="91440" tIns="45720" rIns="91440" bIns="45720" rtlCol="0" anchor="t">
            <a:noAutofit/>
          </a:bodyPr>
          <a:lstStyle/>
          <a:p>
            <a:pPr algn="ctr"/>
            <a:r>
              <a:rPr lang="en-US" sz="2800" b="1">
                <a:solidFill>
                  <a:srgbClr val="C00000"/>
                </a:solidFill>
              </a:rPr>
              <a:t>Model Evaluation</a:t>
            </a:r>
          </a:p>
        </p:txBody>
      </p:sp>
      <p:sp>
        <p:nvSpPr>
          <p:cNvPr id="8" name="TextBox 7">
            <a:extLst>
              <a:ext uri="{FF2B5EF4-FFF2-40B4-BE49-F238E27FC236}">
                <a16:creationId xmlns:a16="http://schemas.microsoft.com/office/drawing/2014/main" id="{3B6BE58A-C272-BA4F-875E-8920EF3751FC}"/>
              </a:ext>
            </a:extLst>
          </p:cNvPr>
          <p:cNvSpPr txBox="1"/>
          <p:nvPr/>
        </p:nvSpPr>
        <p:spPr>
          <a:xfrm>
            <a:off x="447464" y="4239099"/>
            <a:ext cx="10983404"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1200" b="1">
              <a:solidFill>
                <a:srgbClr val="3B3A39"/>
              </a:solidFill>
              <a:latin typeface="Calibri"/>
              <a:ea typeface="Calibri"/>
              <a:cs typeface="Calibri"/>
            </a:endParaRPr>
          </a:p>
          <a:p>
            <a:pPr algn="just"/>
            <a:r>
              <a:rPr lang="en-US" sz="1400" b="1">
                <a:solidFill>
                  <a:srgbClr val="3B3A39"/>
                </a:solidFill>
                <a:latin typeface="Calibri"/>
                <a:ea typeface="Calibri"/>
                <a:cs typeface="Calibri"/>
              </a:rPr>
              <a:t>Among the three models tested, Random Forest performed the best.</a:t>
            </a:r>
            <a:endParaRPr lang="en-US" sz="1400" b="1">
              <a:latin typeface="Calibri"/>
              <a:ea typeface="Calibri"/>
              <a:cs typeface="Calibri"/>
            </a:endParaRPr>
          </a:p>
          <a:p>
            <a:pPr algn="just"/>
            <a:endParaRPr lang="en-US" sz="1200" b="1">
              <a:solidFill>
                <a:srgbClr val="3B3A39"/>
              </a:solidFill>
              <a:latin typeface="Calibri"/>
              <a:ea typeface="Calibri"/>
              <a:cs typeface="Calibri"/>
            </a:endParaRPr>
          </a:p>
          <a:p>
            <a:pPr algn="just"/>
            <a:r>
              <a:rPr lang="en-US" sz="1400">
                <a:solidFill>
                  <a:srgbClr val="3B3A39"/>
                </a:solidFill>
                <a:latin typeface="Calibri"/>
                <a:ea typeface="Calibri"/>
                <a:cs typeface="Calibri"/>
              </a:rPr>
              <a:t>It achieved the highest accuracy of 89.4% and correctly identified 1257 loan default cases, which is higher than Gradient Boosting and Logistic Regression. Additionally, it produced fewer missed default predictions compared to the other models. This indicates that Random Forest is more effective at identifying risky borrowers and is therefore the most suitable model for loan default prediction in this dataset.</a:t>
            </a:r>
            <a:endParaRPr lang="en-US" sz="1400">
              <a:latin typeface="Calibri"/>
              <a:ea typeface="Calibri"/>
              <a:cs typeface="Calibri"/>
            </a:endParaRPr>
          </a:p>
          <a:p>
            <a:pPr algn="just"/>
            <a:endParaRPr lang="en-US" sz="1400">
              <a:solidFill>
                <a:srgbClr val="3B3A39"/>
              </a:solidFill>
              <a:latin typeface="Calibri"/>
              <a:ea typeface="Calibri"/>
              <a:cs typeface="Calibri"/>
            </a:endParaRPr>
          </a:p>
          <a:p>
            <a:pPr algn="just"/>
            <a:endParaRPr lang="en-US" sz="1400">
              <a:solidFill>
                <a:srgbClr val="3B3A39"/>
              </a:solidFill>
              <a:latin typeface="Calibri"/>
              <a:ea typeface="Calibri"/>
              <a:cs typeface="Calibri"/>
            </a:endParaRPr>
          </a:p>
          <a:p>
            <a:endParaRPr lang="en-US" sz="1200">
              <a:solidFill>
                <a:srgbClr val="3B3A39"/>
              </a:solidFill>
              <a:latin typeface="Calibri"/>
              <a:ea typeface="Calibri"/>
              <a:cs typeface="Calibri"/>
            </a:endParaRPr>
          </a:p>
          <a:p>
            <a:pPr algn="just"/>
            <a:endParaRPr lang="en-US" sz="1200">
              <a:solidFill>
                <a:srgbClr val="3B3A39"/>
              </a:solidFill>
              <a:latin typeface="Calibri"/>
              <a:ea typeface="Calibri"/>
              <a:cs typeface="Calibri"/>
            </a:endParaRPr>
          </a:p>
          <a:p>
            <a:endParaRPr lang="en-US" sz="1400">
              <a:solidFill>
                <a:srgbClr val="3B3A39"/>
              </a:solidFill>
              <a:latin typeface="Calibri"/>
              <a:ea typeface="Calibri"/>
              <a:cs typeface="Calibri"/>
            </a:endParaRPr>
          </a:p>
          <a:p>
            <a:pPr algn="ctr"/>
            <a:endParaRPr lang="en-US">
              <a:solidFill>
                <a:srgbClr val="000000"/>
              </a:solidFill>
              <a:latin typeface="Calisto MT" panose="02040603050505030304"/>
              <a:ea typeface="Calibri"/>
              <a:cs typeface="Calibri"/>
            </a:endParaRPr>
          </a:p>
        </p:txBody>
      </p:sp>
      <p:pic>
        <p:nvPicPr>
          <p:cNvPr id="4" name="Picture 3">
            <a:extLst>
              <a:ext uri="{FF2B5EF4-FFF2-40B4-BE49-F238E27FC236}">
                <a16:creationId xmlns:a16="http://schemas.microsoft.com/office/drawing/2014/main" id="{31601FA3-D30B-1E49-7833-3DC3486B78AC}"/>
              </a:ext>
            </a:extLst>
          </p:cNvPr>
          <p:cNvPicPr>
            <a:picLocks noChangeAspect="1"/>
          </p:cNvPicPr>
          <p:nvPr/>
        </p:nvPicPr>
        <p:blipFill>
          <a:blip r:embed="rId3"/>
          <a:stretch>
            <a:fillRect/>
          </a:stretch>
        </p:blipFill>
        <p:spPr>
          <a:xfrm>
            <a:off x="450644" y="842041"/>
            <a:ext cx="10979357" cy="3387728"/>
          </a:xfrm>
          <a:prstGeom prst="rect">
            <a:avLst/>
          </a:prstGeom>
        </p:spPr>
      </p:pic>
    </p:spTree>
    <p:extLst>
      <p:ext uri="{BB962C8B-B14F-4D97-AF65-F5344CB8AC3E}">
        <p14:creationId xmlns:p14="http://schemas.microsoft.com/office/powerpoint/2010/main" val="733857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02338824-BECA-4FA6-8497-F1FDE9B960EF}"/>
              </a:ext>
            </a:extLst>
          </p:cNvPr>
          <p:cNvSpPr>
            <a:spLocks noGrp="1"/>
          </p:cNvSpPr>
          <p:nvPr>
            <p:ph idx="1"/>
          </p:nvPr>
        </p:nvSpPr>
        <p:spPr>
          <a:xfrm>
            <a:off x="782345" y="1435569"/>
            <a:ext cx="5310217" cy="4591255"/>
          </a:xfrm>
        </p:spPr>
        <p:txBody>
          <a:bodyPr vert="horz" lIns="91440" tIns="45720" rIns="91440" bIns="45720" rtlCol="0" anchor="t">
            <a:normAutofit/>
          </a:bodyPr>
          <a:lstStyle/>
          <a:p>
            <a:pPr algn="just"/>
            <a:r>
              <a:rPr lang="en-US" sz="1600">
                <a:latin typeface="Calibri"/>
                <a:ea typeface="Calibri"/>
                <a:cs typeface="Calibri"/>
              </a:rPr>
              <a:t>ANZ Bank should implement predictive machine learning models such as **Gradient Boosting and **Random Forest in their loan approval system to improve credit risk assessment.</a:t>
            </a:r>
          </a:p>
          <a:p>
            <a:pPr algn="just"/>
            <a:r>
              <a:rPr lang="en-US" sz="1600">
                <a:latin typeface="Calibri"/>
                <a:ea typeface="Calibri"/>
                <a:cs typeface="Calibri"/>
              </a:rPr>
              <a:t>The bank can use these models to identify high-risk customers early, helping reduce loan defaults and financial losses.</a:t>
            </a:r>
          </a:p>
          <a:p>
            <a:pPr algn="just"/>
            <a:r>
              <a:rPr lang="en-US" sz="1600">
                <a:latin typeface="Calibri"/>
                <a:ea typeface="Calibri"/>
                <a:cs typeface="Calibri"/>
              </a:rPr>
              <a:t>Machine learning predictions can also support faster and more consistent loan approval decisions compared to manual assessments.</a:t>
            </a:r>
          </a:p>
          <a:p>
            <a:pPr algn="just"/>
            <a:r>
              <a:rPr lang="en-US" sz="1600">
                <a:latin typeface="Calibri"/>
                <a:ea typeface="Calibri"/>
                <a:cs typeface="Calibri"/>
              </a:rPr>
              <a:t>The bank should continuously update and retrain the models with new customer data to maintain accuracy and adapt to changing financial behavior.</a:t>
            </a:r>
          </a:p>
          <a:p>
            <a:endParaRPr lang="en-US"/>
          </a:p>
        </p:txBody>
      </p:sp>
      <p:sp>
        <p:nvSpPr>
          <p:cNvPr id="7" name="Slide Number Placeholder 6">
            <a:extLst>
              <a:ext uri="{FF2B5EF4-FFF2-40B4-BE49-F238E27FC236}">
                <a16:creationId xmlns:a16="http://schemas.microsoft.com/office/drawing/2014/main" id="{00959A09-3D6B-4D8D-AB3E-BB106DC088E2}"/>
              </a:ext>
            </a:extLst>
          </p:cNvPr>
          <p:cNvSpPr>
            <a:spLocks noGrp="1"/>
          </p:cNvSpPr>
          <p:nvPr>
            <p:ph type="sldNum" sz="quarter" idx="12"/>
          </p:nvPr>
        </p:nvSpPr>
        <p:spPr/>
        <p:txBody>
          <a:bodyPr/>
          <a:lstStyle/>
          <a:p>
            <a:fld id="{73B850FF-6169-4056-8077-06FFA93A5366}" type="slidenum">
              <a:rPr lang="en-US" smtClean="0"/>
              <a:pPr/>
              <a:t>7</a:t>
            </a:fld>
            <a:endParaRPr lang="en-US"/>
          </a:p>
        </p:txBody>
      </p:sp>
      <p:pic>
        <p:nvPicPr>
          <p:cNvPr id="5" name="Picture Placeholder 4" descr="รูปพื้นหลังData Analytics Dashboard  การแสดงตัวชี้วัดทางการเงินบนหน้าจอแล็ปท็อป, การวิเคราะห์ข้อมูล,  ตัวชี้วัดทางการเงิน, ระบบธุรกิจอัจฉริยะภาพพื้นหลังสำหรับการดาวน์โหลดฟรี -  Pngtree">
            <a:extLst>
              <a:ext uri="{FF2B5EF4-FFF2-40B4-BE49-F238E27FC236}">
                <a16:creationId xmlns:a16="http://schemas.microsoft.com/office/drawing/2014/main" id="{89DC0252-2610-B66A-5726-6D95BC883938}"/>
              </a:ext>
            </a:extLst>
          </p:cNvPr>
          <p:cNvPicPr>
            <a:picLocks noGrp="1" noChangeAspect="1"/>
          </p:cNvPicPr>
          <p:nvPr>
            <p:ph type="pic" sz="quarter" idx="13"/>
          </p:nvPr>
        </p:nvPicPr>
        <p:blipFill>
          <a:blip r:embed="rId2"/>
          <a:srcRect l="14282" r="14282"/>
          <a:stretch/>
        </p:blipFill>
        <p:spPr>
          <a:xfrm>
            <a:off x="6714936" y="979347"/>
            <a:ext cx="4639332" cy="4594507"/>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pic>
      <p:sp>
        <p:nvSpPr>
          <p:cNvPr id="15" name="Text Placeholder 6">
            <a:extLst>
              <a:ext uri="{FF2B5EF4-FFF2-40B4-BE49-F238E27FC236}">
                <a16:creationId xmlns:a16="http://schemas.microsoft.com/office/drawing/2014/main" id="{DE19A282-36CE-02FC-B008-69D783CF9977}"/>
              </a:ext>
            </a:extLst>
          </p:cNvPr>
          <p:cNvSpPr txBox="1">
            <a:spLocks/>
          </p:cNvSpPr>
          <p:nvPr/>
        </p:nvSpPr>
        <p:spPr>
          <a:xfrm>
            <a:off x="2783841" y="259588"/>
            <a:ext cx="5575451" cy="421884"/>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b="1">
                <a:solidFill>
                  <a:srgbClr val="C00000"/>
                </a:solidFill>
              </a:rPr>
              <a:t>Business Insights</a:t>
            </a:r>
          </a:p>
        </p:txBody>
      </p:sp>
    </p:spTree>
    <p:extLst>
      <p:ext uri="{BB962C8B-B14F-4D97-AF65-F5344CB8AC3E}">
        <p14:creationId xmlns:p14="http://schemas.microsoft.com/office/powerpoint/2010/main" val="8322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F9B1D76-03F2-436A-9708-6B223EA28E13}"/>
              </a:ext>
            </a:extLst>
          </p:cNvPr>
          <p:cNvSpPr>
            <a:spLocks noGrp="1"/>
          </p:cNvSpPr>
          <p:nvPr>
            <p:ph type="ctrTitle"/>
          </p:nvPr>
        </p:nvSpPr>
        <p:spPr/>
        <p:txBody>
          <a:bodyPr>
            <a:normAutofit/>
          </a:bodyPr>
          <a:lstStyle/>
          <a:p>
            <a:r>
              <a:rPr lang="en-US" sz="3600" b="1">
                <a:latin typeface="Calibri"/>
                <a:ea typeface="Calibri"/>
                <a:cs typeface="Calibri"/>
              </a:rPr>
              <a:t>Thank You</a:t>
            </a:r>
          </a:p>
        </p:txBody>
      </p:sp>
      <p:sp>
        <p:nvSpPr>
          <p:cNvPr id="13" name="Subtitle 12">
            <a:extLst>
              <a:ext uri="{FF2B5EF4-FFF2-40B4-BE49-F238E27FC236}">
                <a16:creationId xmlns:a16="http://schemas.microsoft.com/office/drawing/2014/main" id="{A3DCB960-67E1-4D7A-A166-F7BC92386A28}"/>
              </a:ext>
            </a:extLst>
          </p:cNvPr>
          <p:cNvSpPr>
            <a:spLocks noGrp="1"/>
          </p:cNvSpPr>
          <p:nvPr>
            <p:ph type="subTitle" idx="1"/>
          </p:nvPr>
        </p:nvSpPr>
        <p:spPr/>
        <p:txBody>
          <a:bodyPr/>
          <a:lstStyle/>
          <a:p>
            <a:pPr marL="0" indent="0">
              <a:buNone/>
            </a:pPr>
            <a:r>
              <a:rPr lang="en-US">
                <a:latin typeface="Calibri"/>
                <a:ea typeface="Calibri"/>
                <a:cs typeface="Calibri"/>
              </a:rPr>
              <a:t>Presenter Names: </a:t>
            </a:r>
          </a:p>
          <a:p>
            <a:r>
              <a:rPr lang="en-US" err="1">
                <a:latin typeface="Calibri"/>
                <a:ea typeface="Calibri"/>
                <a:cs typeface="Calibri"/>
              </a:rPr>
              <a:t>Harprabhjot</a:t>
            </a:r>
            <a:r>
              <a:rPr lang="en-US">
                <a:latin typeface="Calibri"/>
                <a:ea typeface="Calibri"/>
                <a:cs typeface="Calibri"/>
              </a:rPr>
              <a:t> Kaur Walia</a:t>
            </a:r>
          </a:p>
          <a:p>
            <a:r>
              <a:rPr lang="en-US">
                <a:latin typeface="Calibri"/>
                <a:ea typeface="Calibri"/>
                <a:cs typeface="Calibri"/>
              </a:rPr>
              <a:t>Kamaldeep Kaur Saini</a:t>
            </a:r>
          </a:p>
          <a:p>
            <a:r>
              <a:rPr lang="en-US">
                <a:latin typeface="Calibri"/>
                <a:ea typeface="Calibri"/>
                <a:cs typeface="Calibri"/>
              </a:rPr>
              <a:t>Sayan Tarafdar</a:t>
            </a:r>
          </a:p>
        </p:txBody>
      </p:sp>
      <p:sp>
        <p:nvSpPr>
          <p:cNvPr id="7" name="Slide Number Placeholder 6">
            <a:extLst>
              <a:ext uri="{FF2B5EF4-FFF2-40B4-BE49-F238E27FC236}">
                <a16:creationId xmlns:a16="http://schemas.microsoft.com/office/drawing/2014/main" id="{A61B86B7-24ED-4261-979C-42CCFAC83F1D}"/>
              </a:ext>
            </a:extLst>
          </p:cNvPr>
          <p:cNvSpPr>
            <a:spLocks noGrp="1"/>
          </p:cNvSpPr>
          <p:nvPr>
            <p:ph type="sldNum" sz="quarter" idx="12"/>
          </p:nvPr>
        </p:nvSpPr>
        <p:spPr/>
        <p:txBody>
          <a:bodyPr/>
          <a:lstStyle/>
          <a:p>
            <a:fld id="{73B850FF-6169-4056-8077-06FFA93A5366}" type="slidenum">
              <a:rPr lang="en-US" smtClean="0"/>
              <a:pPr/>
              <a:t>8</a:t>
            </a:fld>
            <a:endParaRPr lang="en-US"/>
          </a:p>
        </p:txBody>
      </p:sp>
      <p:pic>
        <p:nvPicPr>
          <p:cNvPr id="36" name="Picture Placeholder 35" descr="Picture of a yacht sailing on the water at sunset">
            <a:extLst>
              <a:ext uri="{FF2B5EF4-FFF2-40B4-BE49-F238E27FC236}">
                <a16:creationId xmlns:a16="http://schemas.microsoft.com/office/drawing/2014/main" id="{BB3E2B51-62E1-4C2D-86B7-1C4FF75F21C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10" r="10"/>
          <a:stretch/>
        </p:blipFill>
        <p:spPr/>
      </p:pic>
    </p:spTree>
    <p:extLst>
      <p:ext uri="{BB962C8B-B14F-4D97-AF65-F5344CB8AC3E}">
        <p14:creationId xmlns:p14="http://schemas.microsoft.com/office/powerpoint/2010/main" val="1684746586"/>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45E2802-9433-4964-B550-6B2C67F93765}">
  <ds:schemaRefs>
    <ds:schemaRef ds:uri="http://schemas.microsoft.com/sharepoint/v3/contenttype/forms"/>
  </ds:schemaRefs>
</ds:datastoreItem>
</file>

<file path=customXml/itemProps2.xml><?xml version="1.0" encoding="utf-8"?>
<ds:datastoreItem xmlns:ds="http://schemas.openxmlformats.org/officeDocument/2006/customXml" ds:itemID="{9B5E3B5A-BC69-49FF-8D6A-CC47CD10268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22B19F1-827B-4D29-A0BB-81814D5A90F0}">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8</Slides>
  <Notes>5</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ChronicleVTI</vt:lpstr>
      <vt:lpstr>ANZ Bank Analytics Challenge: Team 3 </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2026-03-12T08:57:31Z</dcterms:created>
  <dcterms:modified xsi:type="dcterms:W3CDTF">2026-03-27T00:54:39Z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